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60" r:id="rId4"/>
    <p:sldId id="259" r:id="rId5"/>
    <p:sldId id="258" r:id="rId6"/>
    <p:sldId id="257" r:id="rId7"/>
    <p:sldId id="261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Персональный</a:t>
            </a:r>
            <a:r>
              <a:rPr lang="en-US" altLang="ru-RU"/>
              <a:t> </a:t>
            </a:r>
            <a:r>
              <a:rPr lang="en-US" altLang="en-US"/>
              <a:t>менеджер</a:t>
            </a:r>
            <a:r>
              <a:rPr lang="en-US" altLang="ru-RU"/>
              <a:t> </a:t>
            </a:r>
            <a:r>
              <a:rPr lang="en-US" altLang="en-US"/>
              <a:t>закладок</a:t>
            </a:r>
            <a:endParaRPr lang="en-US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altLang="en-US">
                <a:sym typeface="+mn-ea"/>
              </a:rPr>
              <a:t>Выполнил</a:t>
            </a:r>
            <a:r>
              <a:rPr lang="en-US" altLang="en-US">
                <a:sym typeface="+mn-ea"/>
              </a:rPr>
              <a:t>: </a:t>
            </a:r>
            <a:r>
              <a:rPr lang="ru-RU" altLang="en-US">
                <a:sym typeface="+mn-ea"/>
              </a:rPr>
              <a:t>Черепашков Андрей</a:t>
            </a:r>
            <a:r>
              <a:rPr lang="en-US" altLang="ru-RU">
                <a:sym typeface="+mn-ea"/>
              </a:rPr>
              <a:t>,</a:t>
            </a:r>
            <a:endParaRPr lang="en-US" altLang="ru-RU">
              <a:sym typeface="+mn-ea"/>
            </a:endParaRPr>
          </a:p>
          <a:p>
            <a:r>
              <a:rPr lang="ru-RU" altLang="en-US">
                <a:sym typeface="+mn-ea"/>
              </a:rPr>
              <a:t>Черепашков Алексей,</a:t>
            </a:r>
            <a:endParaRPr lang="en-US" altLang="ru-RU"/>
          </a:p>
          <a:p>
            <a:r>
              <a:rPr lang="ru-RU" altLang="ru-RU">
                <a:sym typeface="+mn-ea"/>
              </a:rPr>
              <a:t>ученики 10 класса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Почему</a:t>
            </a:r>
            <a:r>
              <a:rPr lang="en-US" altLang="ru-RU"/>
              <a:t> </a:t>
            </a:r>
            <a:r>
              <a:rPr lang="en-US" altLang="en-US"/>
              <a:t>мы</a:t>
            </a:r>
            <a:r>
              <a:rPr lang="en-US" altLang="ru-RU"/>
              <a:t> </a:t>
            </a:r>
            <a:r>
              <a:rPr lang="en-US" altLang="en-US"/>
              <a:t>выбрали</a:t>
            </a:r>
            <a:r>
              <a:rPr lang="en-US" altLang="ru-RU"/>
              <a:t> </a:t>
            </a:r>
            <a:r>
              <a:rPr lang="en-US" altLang="en-US"/>
              <a:t>эту</a:t>
            </a:r>
            <a:r>
              <a:rPr lang="en-US" altLang="ru-RU"/>
              <a:t> </a:t>
            </a:r>
            <a:r>
              <a:rPr lang="en-US" altLang="en-US"/>
              <a:t>тему</a:t>
            </a:r>
            <a:r>
              <a:rPr lang="en-US" altLang="ru-RU"/>
              <a:t>?</a:t>
            </a:r>
            <a:endParaRPr lang="en-US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en-US" altLang="en-US"/>
              <a:t>Выбор</a:t>
            </a:r>
            <a:r>
              <a:rPr lang="en-US" altLang="ru-RU"/>
              <a:t> </a:t>
            </a:r>
            <a:r>
              <a:rPr lang="en-US" altLang="en-US"/>
              <a:t>этой</a:t>
            </a:r>
            <a:r>
              <a:rPr lang="en-US" altLang="ru-RU"/>
              <a:t> </a:t>
            </a:r>
            <a:r>
              <a:rPr lang="en-US" altLang="en-US"/>
              <a:t>темы</a:t>
            </a:r>
            <a:r>
              <a:rPr lang="en-US" altLang="ru-RU"/>
              <a:t> </a:t>
            </a:r>
            <a:r>
              <a:rPr lang="en-US" altLang="en-US"/>
              <a:t>обоснован</a:t>
            </a:r>
            <a:r>
              <a:rPr lang="en-US" altLang="ru-RU"/>
              <a:t> </a:t>
            </a:r>
            <a:r>
              <a:rPr lang="en-US" altLang="en-US"/>
              <a:t>тем</a:t>
            </a:r>
            <a:r>
              <a:rPr lang="en-US" altLang="ru-RU"/>
              <a:t>, </a:t>
            </a:r>
            <a:r>
              <a:rPr lang="en-US" altLang="en-US"/>
              <a:t>что</a:t>
            </a:r>
            <a:r>
              <a:rPr lang="en-US" altLang="ru-RU"/>
              <a:t> </a:t>
            </a:r>
            <a:r>
              <a:rPr lang="en-US" altLang="en-US"/>
              <a:t>она</a:t>
            </a:r>
            <a:r>
              <a:rPr lang="en-US" altLang="ru-RU"/>
              <a:t> </a:t>
            </a:r>
            <a:r>
              <a:rPr lang="en-US" altLang="en-US"/>
              <a:t>идеально</a:t>
            </a:r>
            <a:r>
              <a:rPr lang="en-US" altLang="ru-RU"/>
              <a:t> </a:t>
            </a:r>
            <a:r>
              <a:rPr lang="en-US" altLang="en-US"/>
              <a:t>подходит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демонстрации</a:t>
            </a:r>
            <a:r>
              <a:rPr lang="en-US" altLang="ru-RU"/>
              <a:t> </a:t>
            </a:r>
            <a:r>
              <a:rPr lang="en-US" altLang="en-US"/>
              <a:t>ключевых</a:t>
            </a:r>
            <a:r>
              <a:rPr lang="en-US" altLang="ru-RU"/>
              <a:t> </a:t>
            </a:r>
            <a:r>
              <a:rPr lang="en-US" altLang="en-US"/>
              <a:t>навыков</a:t>
            </a:r>
            <a:r>
              <a:rPr lang="en-US" altLang="ru-RU"/>
              <a:t> Fullstack-</a:t>
            </a:r>
            <a:r>
              <a:rPr lang="en-US" altLang="en-US"/>
              <a:t>разработки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Python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закрывает</a:t>
            </a:r>
            <a:r>
              <a:rPr lang="en-US" altLang="ru-RU"/>
              <a:t> </a:t>
            </a:r>
            <a:r>
              <a:rPr lang="en-US" altLang="en-US"/>
              <a:t>все</a:t>
            </a:r>
            <a:r>
              <a:rPr lang="en-US" altLang="ru-RU"/>
              <a:t> </a:t>
            </a:r>
            <a:r>
              <a:rPr lang="en-US" altLang="en-US"/>
              <a:t>требования</a:t>
            </a:r>
            <a:r>
              <a:rPr lang="en-US" altLang="ru-RU"/>
              <a:t> </a:t>
            </a:r>
            <a:r>
              <a:rPr lang="en-US" altLang="en-US"/>
              <a:t>к</a:t>
            </a:r>
            <a:r>
              <a:rPr lang="en-US" altLang="ru-RU"/>
              <a:t> </a:t>
            </a:r>
            <a:r>
              <a:rPr lang="en-US" altLang="en-US"/>
              <a:t>современному</a:t>
            </a:r>
            <a:r>
              <a:rPr lang="en-US" altLang="ru-RU"/>
              <a:t> </a:t>
            </a:r>
            <a:r>
              <a:rPr lang="en-US" altLang="en-US"/>
              <a:t>веб</a:t>
            </a:r>
            <a:r>
              <a:rPr lang="en-US" altLang="ru-RU"/>
              <a:t>-</a:t>
            </a:r>
            <a:r>
              <a:rPr lang="en-US" altLang="en-US"/>
              <a:t>приложению</a:t>
            </a:r>
            <a:r>
              <a:rPr lang="en-US" altLang="ru-RU"/>
              <a:t>:</a:t>
            </a:r>
            <a:endParaRPr lang="en-US" altLang="ru-RU"/>
          </a:p>
          <a:p>
            <a:r>
              <a:rPr lang="en-US" altLang="en-US"/>
              <a:t>Реальный</a:t>
            </a:r>
            <a:r>
              <a:rPr lang="en-US" altLang="ru-RU"/>
              <a:t> CRUD-</a:t>
            </a:r>
            <a:r>
              <a:rPr lang="en-US" altLang="en-US"/>
              <a:t>функционал</a:t>
            </a:r>
            <a:r>
              <a:rPr lang="en-US" altLang="ru-RU"/>
              <a:t>: </a:t>
            </a:r>
            <a:r>
              <a:rPr lang="en-US" altLang="en-US"/>
              <a:t>Проект</a:t>
            </a:r>
            <a:r>
              <a:rPr lang="en-US" altLang="ru-RU"/>
              <a:t> </a:t>
            </a:r>
            <a:r>
              <a:rPr lang="en-US" altLang="en-US"/>
              <a:t>позволяет</a:t>
            </a:r>
            <a:r>
              <a:rPr lang="en-US" altLang="ru-RU"/>
              <a:t> </a:t>
            </a:r>
            <a:r>
              <a:rPr lang="en-US" altLang="en-US"/>
              <a:t>реализовать</a:t>
            </a:r>
            <a:r>
              <a:rPr lang="en-US" altLang="ru-RU"/>
              <a:t> </a:t>
            </a:r>
            <a:r>
              <a:rPr lang="en-US" altLang="en-US"/>
              <a:t>все</a:t>
            </a:r>
            <a:r>
              <a:rPr lang="en-US" altLang="ru-RU"/>
              <a:t> </a:t>
            </a:r>
            <a:r>
              <a:rPr lang="en-US" altLang="en-US"/>
              <a:t>базовые</a:t>
            </a:r>
            <a:r>
              <a:rPr lang="en-US" altLang="ru-RU"/>
              <a:t> </a:t>
            </a:r>
            <a:r>
              <a:rPr lang="en-US" altLang="en-US"/>
              <a:t>операции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данными</a:t>
            </a:r>
            <a:r>
              <a:rPr lang="en-US" altLang="ru-RU"/>
              <a:t>: </a:t>
            </a:r>
            <a:r>
              <a:rPr lang="en-US" altLang="en-US"/>
              <a:t>создание</a:t>
            </a:r>
            <a:r>
              <a:rPr lang="en-US" altLang="ru-RU"/>
              <a:t> (Create), </a:t>
            </a:r>
            <a:r>
              <a:rPr lang="en-US" altLang="en-US"/>
              <a:t>чтение</a:t>
            </a:r>
            <a:r>
              <a:rPr lang="en-US" altLang="ru-RU"/>
              <a:t> (Read), </a:t>
            </a:r>
            <a:r>
              <a:rPr lang="en-US" altLang="en-US"/>
              <a:t>обновление</a:t>
            </a:r>
            <a:r>
              <a:rPr lang="en-US" altLang="ru-RU"/>
              <a:t> (Update)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удаление</a:t>
            </a:r>
            <a:r>
              <a:rPr lang="en-US" altLang="ru-RU"/>
              <a:t> (Delete) </a:t>
            </a:r>
            <a:r>
              <a:rPr lang="en-US" altLang="en-US"/>
              <a:t>закладок</a:t>
            </a:r>
            <a:r>
              <a:rPr lang="en-US" altLang="ru-RU"/>
              <a:t>. </a:t>
            </a:r>
            <a:r>
              <a:rPr lang="en-US" altLang="en-US"/>
              <a:t>Это</a:t>
            </a:r>
            <a:r>
              <a:rPr lang="en-US" altLang="ru-RU"/>
              <a:t> </a:t>
            </a:r>
            <a:r>
              <a:rPr lang="en-US" altLang="en-US"/>
              <a:t>фундамент</a:t>
            </a:r>
            <a:r>
              <a:rPr lang="en-US" altLang="ru-RU"/>
              <a:t> </a:t>
            </a:r>
            <a:r>
              <a:rPr lang="en-US" altLang="en-US"/>
              <a:t>любого</a:t>
            </a:r>
            <a:r>
              <a:rPr lang="en-US" altLang="ru-RU"/>
              <a:t> </a:t>
            </a:r>
            <a:r>
              <a:rPr lang="en-US" altLang="en-US"/>
              <a:t>веб</a:t>
            </a:r>
            <a:r>
              <a:rPr lang="en-US" altLang="ru-RU"/>
              <a:t>-</a:t>
            </a:r>
            <a:r>
              <a:rPr lang="en-US" altLang="en-US"/>
              <a:t>сервиса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Комплексная</a:t>
            </a:r>
            <a:r>
              <a:rPr lang="en-US" altLang="ru-RU"/>
              <a:t> </a:t>
            </a:r>
            <a:r>
              <a:rPr lang="en-US" altLang="en-US"/>
              <a:t>работа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данными</a:t>
            </a:r>
            <a:r>
              <a:rPr lang="en-US" altLang="ru-RU"/>
              <a:t>: </a:t>
            </a:r>
            <a:r>
              <a:rPr lang="en-US" altLang="en-US"/>
              <a:t>Тема</a:t>
            </a:r>
            <a:r>
              <a:rPr lang="en-US" altLang="ru-RU"/>
              <a:t> </a:t>
            </a:r>
            <a:r>
              <a:rPr lang="en-US" altLang="en-US"/>
              <a:t>требует</a:t>
            </a:r>
            <a:r>
              <a:rPr lang="en-US" altLang="ru-RU"/>
              <a:t> </a:t>
            </a:r>
            <a:r>
              <a:rPr lang="en-US" altLang="en-US"/>
              <a:t>реализации</a:t>
            </a:r>
            <a:r>
              <a:rPr lang="en-US" altLang="ru-RU"/>
              <a:t> </a:t>
            </a:r>
            <a:r>
              <a:rPr lang="en-US" altLang="en-US"/>
              <a:t>связей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базе</a:t>
            </a:r>
            <a:r>
              <a:rPr lang="en-US" altLang="ru-RU"/>
              <a:t> </a:t>
            </a:r>
            <a:r>
              <a:rPr lang="en-US" altLang="en-US"/>
              <a:t>данных</a:t>
            </a:r>
            <a:r>
              <a:rPr lang="en-US" altLang="ru-RU"/>
              <a:t> </a:t>
            </a:r>
            <a:r>
              <a:rPr lang="" altLang="en-US"/>
              <a:t>«</a:t>
            </a:r>
            <a:r>
              <a:rPr lang="en-US" altLang="en-US"/>
              <a:t>один</a:t>
            </a:r>
            <a:r>
              <a:rPr lang="en-US" altLang="ru-RU"/>
              <a:t>-</a:t>
            </a:r>
            <a:r>
              <a:rPr lang="en-US" altLang="en-US"/>
              <a:t>ко</a:t>
            </a:r>
            <a:r>
              <a:rPr lang="en-US" altLang="ru-RU"/>
              <a:t>-</a:t>
            </a:r>
            <a:r>
              <a:rPr lang="en-US" altLang="en-US"/>
              <a:t>многим</a:t>
            </a:r>
            <a:r>
              <a:rPr lang="" altLang="en-US"/>
              <a:t>»</a:t>
            </a:r>
            <a:r>
              <a:rPr lang="en-US" altLang="ru-RU"/>
              <a:t> (</a:t>
            </a:r>
            <a:r>
              <a:rPr lang="en-US" altLang="en-US"/>
              <a:t>у</a:t>
            </a:r>
            <a:r>
              <a:rPr lang="en-US" altLang="ru-RU"/>
              <a:t> </a:t>
            </a:r>
            <a:r>
              <a:rPr lang="en-US" altLang="en-US"/>
              <a:t>одного</a:t>
            </a:r>
            <a:r>
              <a:rPr lang="en-US" altLang="ru-RU"/>
              <a:t> </a:t>
            </a:r>
            <a:r>
              <a:rPr lang="en-US" altLang="en-US"/>
              <a:t>пользователя</a:t>
            </a:r>
            <a:r>
              <a:rPr lang="en-US" altLang="ru-RU"/>
              <a:t> </a:t>
            </a:r>
            <a:r>
              <a:rPr lang="en-US" altLang="en-US"/>
              <a:t>может</a:t>
            </a:r>
            <a:r>
              <a:rPr lang="en-US" altLang="ru-RU"/>
              <a:t> </a:t>
            </a:r>
            <a:r>
              <a:rPr lang="en-US" altLang="en-US"/>
              <a:t>быть</a:t>
            </a:r>
            <a:r>
              <a:rPr lang="en-US" altLang="ru-RU"/>
              <a:t> </a:t>
            </a:r>
            <a:r>
              <a:rPr lang="en-US" altLang="en-US"/>
              <a:t>много</a:t>
            </a:r>
            <a:r>
              <a:rPr lang="en-US" altLang="ru-RU"/>
              <a:t> </a:t>
            </a:r>
            <a:r>
              <a:rPr lang="en-US" altLang="en-US"/>
              <a:t>закладок</a:t>
            </a:r>
            <a:r>
              <a:rPr lang="en-US" altLang="ru-RU"/>
              <a:t>)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механизмов</a:t>
            </a:r>
            <a:r>
              <a:rPr lang="en-US" altLang="ru-RU"/>
              <a:t> </a:t>
            </a:r>
            <a:r>
              <a:rPr lang="en-US" altLang="en-US"/>
              <a:t>фильтрации</a:t>
            </a:r>
            <a:r>
              <a:rPr lang="en-US" altLang="ru-RU"/>
              <a:t> (</a:t>
            </a:r>
            <a:r>
              <a:rPr lang="en-US" altLang="en-US"/>
              <a:t>поиск</a:t>
            </a:r>
            <a:r>
              <a:rPr lang="en-US" altLang="ru-RU"/>
              <a:t>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тегам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названиям</a:t>
            </a:r>
            <a:r>
              <a:rPr lang="en-US" altLang="ru-RU"/>
              <a:t>).</a:t>
            </a:r>
            <a:endParaRPr lang="en-US" altLang="ru-RU"/>
          </a:p>
          <a:p>
            <a:r>
              <a:rPr lang="en-US" altLang="en-US"/>
              <a:t>Интеграция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внешним</a:t>
            </a:r>
            <a:r>
              <a:rPr lang="en-US" altLang="ru-RU"/>
              <a:t> </a:t>
            </a:r>
            <a:r>
              <a:rPr lang="en-US" altLang="en-US"/>
              <a:t>миром</a:t>
            </a:r>
            <a:r>
              <a:rPr lang="en-US" altLang="ru-RU"/>
              <a:t>: </a:t>
            </a:r>
            <a:r>
              <a:rPr lang="en-US" altLang="en-US"/>
              <a:t>Менеджер</a:t>
            </a:r>
            <a:r>
              <a:rPr lang="en-US" altLang="ru-RU"/>
              <a:t> </a:t>
            </a:r>
            <a:r>
              <a:rPr lang="en-US" altLang="en-US"/>
              <a:t>закладок</a:t>
            </a:r>
            <a:r>
              <a:rPr lang="en-US" altLang="ru-RU"/>
              <a:t> </a:t>
            </a:r>
            <a:r>
              <a:rPr lang="en-US" altLang="en-US"/>
              <a:t>становится</a:t>
            </a:r>
            <a:r>
              <a:rPr lang="en-US" altLang="ru-RU"/>
              <a:t> </a:t>
            </a:r>
            <a:r>
              <a:rPr lang="en-US" altLang="en-US"/>
              <a:t>по</a:t>
            </a:r>
            <a:r>
              <a:rPr lang="en-US" altLang="ru-RU"/>
              <a:t>-</a:t>
            </a:r>
            <a:r>
              <a:rPr lang="en-US" altLang="en-US"/>
              <a:t>настоящему</a:t>
            </a:r>
            <a:r>
              <a:rPr lang="en-US" altLang="ru-RU"/>
              <a:t> </a:t>
            </a:r>
            <a:r>
              <a:rPr lang="en-US" altLang="en-US"/>
              <a:t>полезным</a:t>
            </a:r>
            <a:r>
              <a:rPr lang="en-US" altLang="ru-RU"/>
              <a:t>, </a:t>
            </a:r>
            <a:r>
              <a:rPr lang="en-US" altLang="en-US"/>
              <a:t>когда</a:t>
            </a:r>
            <a:r>
              <a:rPr lang="en-US" altLang="ru-RU"/>
              <a:t> </a:t>
            </a:r>
            <a:r>
              <a:rPr lang="en-US" altLang="en-US"/>
              <a:t>он</a:t>
            </a:r>
            <a:r>
              <a:rPr lang="en-US" altLang="ru-RU"/>
              <a:t> </a:t>
            </a:r>
            <a:r>
              <a:rPr lang="en-US" altLang="en-US"/>
              <a:t>автоматизирован</a:t>
            </a:r>
            <a:r>
              <a:rPr lang="en-US" altLang="ru-RU"/>
              <a:t>. </a:t>
            </a:r>
            <a:r>
              <a:rPr lang="en-US" altLang="en-US"/>
              <a:t>Эта</a:t>
            </a:r>
            <a:r>
              <a:rPr lang="en-US" altLang="ru-RU"/>
              <a:t> </a:t>
            </a:r>
            <a:r>
              <a:rPr lang="en-US" altLang="en-US"/>
              <a:t>тема</a:t>
            </a:r>
            <a:r>
              <a:rPr lang="en-US" altLang="ru-RU"/>
              <a:t> </a:t>
            </a:r>
            <a:r>
              <a:rPr lang="en-US" altLang="en-US"/>
              <a:t>позволила</a:t>
            </a:r>
            <a:r>
              <a:rPr lang="en-US" altLang="ru-RU"/>
              <a:t> </a:t>
            </a:r>
            <a:r>
              <a:rPr lang="en-US" altLang="en-US"/>
              <a:t>внедрить</a:t>
            </a:r>
            <a:r>
              <a:rPr lang="en-US" altLang="ru-RU"/>
              <a:t> </a:t>
            </a:r>
            <a:r>
              <a:rPr lang="en-US" altLang="en-US"/>
              <a:t>парсинг</a:t>
            </a:r>
            <a:r>
              <a:rPr lang="en-US" altLang="ru-RU"/>
              <a:t> </a:t>
            </a:r>
            <a:r>
              <a:rPr lang="en-US" altLang="en-US"/>
              <a:t>файлов</a:t>
            </a:r>
            <a:r>
              <a:rPr lang="en-US" altLang="ru-RU"/>
              <a:t> (</a:t>
            </a:r>
            <a:r>
              <a:rPr lang="en-US" altLang="en-US"/>
              <a:t>импорт</a:t>
            </a:r>
            <a:r>
              <a:rPr lang="en-US" altLang="ru-RU"/>
              <a:t> </a:t>
            </a:r>
            <a:r>
              <a:rPr lang="en-US" altLang="en-US"/>
              <a:t>из</a:t>
            </a:r>
            <a:r>
              <a:rPr lang="en-US" altLang="ru-RU"/>
              <a:t> </a:t>
            </a:r>
            <a:r>
              <a:rPr lang="en-US" altLang="en-US"/>
              <a:t>браузера</a:t>
            </a:r>
            <a:r>
              <a:rPr lang="en-US" altLang="ru-RU"/>
              <a:t>)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интеграцию</a:t>
            </a:r>
            <a:r>
              <a:rPr lang="en-US" altLang="ru-RU"/>
              <a:t> </a:t>
            </a:r>
            <a:r>
              <a:rPr lang="en-US" altLang="en-US"/>
              <a:t>со</a:t>
            </a:r>
            <a:r>
              <a:rPr lang="en-US" altLang="ru-RU"/>
              <a:t> </a:t>
            </a:r>
            <a:r>
              <a:rPr lang="en-US" altLang="en-US"/>
              <a:t>сторонними</a:t>
            </a:r>
            <a:r>
              <a:rPr lang="en-US" altLang="ru-RU"/>
              <a:t> REST API.</a:t>
            </a:r>
            <a:endParaRPr lang="en-US" altLang="ru-RU"/>
          </a:p>
          <a:p>
            <a:r>
              <a:rPr lang="en-US" altLang="en-US"/>
              <a:t>Практическая</a:t>
            </a:r>
            <a:r>
              <a:rPr lang="en-US" altLang="ru-RU"/>
              <a:t> </a:t>
            </a:r>
            <a:r>
              <a:rPr lang="en-US" altLang="en-US"/>
              <a:t>польза</a:t>
            </a:r>
            <a:r>
              <a:rPr lang="en-US" altLang="ru-RU"/>
              <a:t>: </a:t>
            </a:r>
            <a:r>
              <a:rPr lang="en-US" altLang="en-US"/>
              <a:t>Это</a:t>
            </a:r>
            <a:r>
              <a:rPr lang="en-US" altLang="ru-RU"/>
              <a:t> </a:t>
            </a:r>
            <a:r>
              <a:rPr lang="en-US" altLang="en-US"/>
              <a:t>не</a:t>
            </a:r>
            <a:r>
              <a:rPr lang="en-US" altLang="ru-RU"/>
              <a:t> </a:t>
            </a:r>
            <a:r>
              <a:rPr lang="en-US" altLang="en-US"/>
              <a:t>абстрактная</a:t>
            </a:r>
            <a:r>
              <a:rPr lang="en-US" altLang="ru-RU"/>
              <a:t> </a:t>
            </a:r>
            <a:r>
              <a:rPr lang="en-US" altLang="en-US"/>
              <a:t>учебная</a:t>
            </a:r>
            <a:r>
              <a:rPr lang="en-US" altLang="ru-RU"/>
              <a:t> </a:t>
            </a:r>
            <a:r>
              <a:rPr lang="en-US" altLang="en-US"/>
              <a:t>задача</a:t>
            </a:r>
            <a:r>
              <a:rPr lang="en-US" altLang="ru-RU"/>
              <a:t>, </a:t>
            </a:r>
            <a:r>
              <a:rPr lang="en-US" altLang="en-US"/>
              <a:t>а</a:t>
            </a:r>
            <a:r>
              <a:rPr lang="en-US" altLang="ru-RU"/>
              <a:t> </a:t>
            </a:r>
            <a:r>
              <a:rPr lang="en-US" altLang="en-US"/>
              <a:t>реальный</a:t>
            </a:r>
            <a:r>
              <a:rPr lang="en-US" altLang="ru-RU"/>
              <a:t> </a:t>
            </a:r>
            <a:r>
              <a:rPr lang="en-US" altLang="en-US"/>
              <a:t>инструмент</a:t>
            </a:r>
            <a:r>
              <a:rPr lang="en-US" altLang="ru-RU"/>
              <a:t> (SaaS-</a:t>
            </a:r>
            <a:r>
              <a:rPr lang="en-US" altLang="en-US"/>
              <a:t>приложение</a:t>
            </a:r>
            <a:r>
              <a:rPr lang="en-US" altLang="ru-RU"/>
              <a:t>), </a:t>
            </a:r>
            <a:r>
              <a:rPr lang="en-US" altLang="en-US"/>
              <a:t>которым</a:t>
            </a:r>
            <a:r>
              <a:rPr lang="en-US" altLang="ru-RU"/>
              <a:t> </a:t>
            </a:r>
            <a:r>
              <a:rPr lang="en-US" altLang="en-US"/>
              <a:t>можно</a:t>
            </a:r>
            <a:r>
              <a:rPr lang="en-US" altLang="ru-RU"/>
              <a:t> </a:t>
            </a:r>
            <a:r>
              <a:rPr lang="en-US" altLang="en-US"/>
              <a:t>пользоваться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повседневной</a:t>
            </a:r>
            <a:r>
              <a:rPr lang="en-US" altLang="ru-RU"/>
              <a:t> </a:t>
            </a:r>
            <a:r>
              <a:rPr lang="en-US" altLang="en-US"/>
              <a:t>жизни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организации</a:t>
            </a:r>
            <a:r>
              <a:rPr lang="en-US" altLang="ru-RU"/>
              <a:t> </a:t>
            </a:r>
            <a:r>
              <a:rPr lang="en-US" altLang="en-US"/>
              <a:t>базы</a:t>
            </a:r>
            <a:r>
              <a:rPr lang="en-US" altLang="ru-RU"/>
              <a:t> </a:t>
            </a:r>
            <a:r>
              <a:rPr lang="en-US" altLang="en-US"/>
              <a:t>знаний</a:t>
            </a:r>
            <a:r>
              <a:rPr lang="en-US" altLang="ru-RU"/>
              <a:t>.</a:t>
            </a:r>
            <a:endParaRPr lang="en-US" altLang="ru-RU"/>
          </a:p>
          <a:p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/>
              <a:t>Описание проекта</a:t>
            </a:r>
            <a:endParaRPr lang="ru-RU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en-US" altLang="ru-RU"/>
              <a:t>SmartBookmarks — </a:t>
            </a:r>
            <a:r>
              <a:rPr lang="en-US" altLang="en-US"/>
              <a:t>это</a:t>
            </a:r>
            <a:r>
              <a:rPr lang="en-US" altLang="ru-RU"/>
              <a:t> </a:t>
            </a:r>
            <a:r>
              <a:rPr lang="en-US" altLang="en-US"/>
              <a:t>адаптивное</a:t>
            </a:r>
            <a:r>
              <a:rPr lang="en-US" altLang="ru-RU"/>
              <a:t> </a:t>
            </a:r>
            <a:r>
              <a:rPr lang="en-US" altLang="en-US"/>
              <a:t>веб</a:t>
            </a:r>
            <a:r>
              <a:rPr lang="en-US" altLang="ru-RU"/>
              <a:t>-</a:t>
            </a:r>
            <a:r>
              <a:rPr lang="en-US" altLang="en-US"/>
              <a:t>приложение</a:t>
            </a:r>
            <a:r>
              <a:rPr lang="en-US" altLang="ru-RU"/>
              <a:t> (SaaS-</a:t>
            </a:r>
            <a:r>
              <a:rPr lang="en-US" altLang="en-US"/>
              <a:t>платформа</a:t>
            </a:r>
            <a:r>
              <a:rPr lang="en-US" altLang="ru-RU"/>
              <a:t>) </a:t>
            </a:r>
            <a:r>
              <a:rPr lang="en-US" altLang="en-US"/>
              <a:t>на</a:t>
            </a:r>
            <a:r>
              <a:rPr lang="en-US" altLang="ru-RU"/>
              <a:t> </a:t>
            </a:r>
            <a:r>
              <a:rPr lang="en-US" altLang="en-US"/>
              <a:t>базе</a:t>
            </a:r>
            <a:r>
              <a:rPr lang="en-US" altLang="ru-RU"/>
              <a:t> </a:t>
            </a:r>
            <a:r>
              <a:rPr lang="en-US" altLang="en-US"/>
              <a:t>фреймворка</a:t>
            </a:r>
            <a:r>
              <a:rPr lang="en-US" altLang="ru-RU"/>
              <a:t> Flask, </a:t>
            </a:r>
            <a:r>
              <a:rPr lang="en-US" altLang="en-US"/>
              <a:t>предназначенное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сохранения</a:t>
            </a:r>
            <a:r>
              <a:rPr lang="en-US" altLang="ru-RU"/>
              <a:t>, </a:t>
            </a:r>
            <a:r>
              <a:rPr lang="en-US" altLang="en-US"/>
              <a:t>структурирования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быстрого</a:t>
            </a:r>
            <a:r>
              <a:rPr lang="en-US" altLang="ru-RU"/>
              <a:t> </a:t>
            </a:r>
            <a:r>
              <a:rPr lang="en-US" altLang="en-US"/>
              <a:t>поиска</a:t>
            </a:r>
            <a:r>
              <a:rPr lang="en-US" altLang="ru-RU"/>
              <a:t> </a:t>
            </a:r>
            <a:r>
              <a:rPr lang="en-US" altLang="en-US"/>
              <a:t>важных</a:t>
            </a:r>
            <a:r>
              <a:rPr lang="en-US" altLang="ru-RU"/>
              <a:t> </a:t>
            </a:r>
            <a:r>
              <a:rPr lang="en-US" altLang="en-US"/>
              <a:t>интернет</a:t>
            </a:r>
            <a:r>
              <a:rPr lang="en-US" altLang="ru-RU"/>
              <a:t>-</a:t>
            </a:r>
            <a:r>
              <a:rPr lang="en-US" altLang="en-US"/>
              <a:t>ссылок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статей</a:t>
            </a:r>
            <a:r>
              <a:rPr lang="en-US" altLang="ru-RU"/>
              <a:t> [1, 2, 3].</a:t>
            </a:r>
            <a:endParaRPr lang="en-US" altLang="ru-RU"/>
          </a:p>
          <a:p>
            <a:r>
              <a:rPr lang="en-US" altLang="en-US"/>
              <a:t>Ключевые</a:t>
            </a:r>
            <a:r>
              <a:rPr lang="en-US" altLang="ru-RU"/>
              <a:t> </a:t>
            </a:r>
            <a:r>
              <a:rPr lang="en-US" altLang="en-US"/>
              <a:t>фичи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технологии</a:t>
            </a:r>
            <a:r>
              <a:rPr lang="en-US" altLang="ru-RU"/>
              <a:t> </a:t>
            </a:r>
            <a:r>
              <a:rPr lang="en-US" altLang="en-US"/>
              <a:t>проекта</a:t>
            </a:r>
            <a:r>
              <a:rPr lang="en-US" altLang="ru-RU"/>
              <a:t>:</a:t>
            </a:r>
            <a:endParaRPr lang="en-US" altLang="ru-RU"/>
          </a:p>
          <a:p>
            <a:r>
              <a:rPr lang="en-US" altLang="en-US"/>
              <a:t>Безопасность</a:t>
            </a:r>
            <a:r>
              <a:rPr lang="en-US" altLang="ru-RU"/>
              <a:t>: </a:t>
            </a:r>
            <a:r>
              <a:rPr lang="en-US" altLang="en-US"/>
              <a:t>Полноценная</a:t>
            </a:r>
            <a:r>
              <a:rPr lang="en-US" altLang="ru-RU"/>
              <a:t> </a:t>
            </a:r>
            <a:r>
              <a:rPr lang="en-US" altLang="en-US"/>
              <a:t>система</a:t>
            </a:r>
            <a:r>
              <a:rPr lang="en-US" altLang="ru-RU"/>
              <a:t> </a:t>
            </a:r>
            <a:r>
              <a:rPr lang="en-US" altLang="en-US"/>
              <a:t>регистрации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авторизации</a:t>
            </a:r>
            <a:r>
              <a:rPr lang="en-US" altLang="ru-RU"/>
              <a:t> </a:t>
            </a:r>
            <a:r>
              <a:rPr lang="en-US" altLang="en-US"/>
              <a:t>пользователей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безопасным</a:t>
            </a:r>
            <a:r>
              <a:rPr lang="en-US" altLang="ru-RU"/>
              <a:t> </a:t>
            </a:r>
            <a:r>
              <a:rPr lang="en-US" altLang="en-US"/>
              <a:t>хешированием</a:t>
            </a:r>
            <a:r>
              <a:rPr lang="en-US" altLang="ru-RU"/>
              <a:t> </a:t>
            </a:r>
            <a:r>
              <a:rPr lang="en-US" altLang="en-US"/>
              <a:t>паролей</a:t>
            </a:r>
            <a:r>
              <a:rPr lang="en-US" altLang="ru-RU"/>
              <a:t> (</a:t>
            </a:r>
            <a:r>
              <a:rPr lang="en-US" altLang="en-US"/>
              <a:t>алгоритм</a:t>
            </a:r>
            <a:r>
              <a:rPr lang="en-US" altLang="ru-RU"/>
              <a:t> PBKDF2)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защитой</a:t>
            </a:r>
            <a:r>
              <a:rPr lang="en-US" altLang="ru-RU"/>
              <a:t> </a:t>
            </a:r>
            <a:r>
              <a:rPr lang="en-US" altLang="en-US"/>
              <a:t>от</a:t>
            </a:r>
            <a:r>
              <a:rPr lang="en-US" altLang="ru-RU"/>
              <a:t> CSRF-</a:t>
            </a:r>
            <a:r>
              <a:rPr lang="en-US" altLang="en-US"/>
              <a:t>атак</a:t>
            </a:r>
            <a:r>
              <a:rPr lang="en-US" altLang="ru-RU"/>
              <a:t> [1, 2].</a:t>
            </a:r>
            <a:endParaRPr lang="en-US" altLang="ru-RU"/>
          </a:p>
          <a:p>
            <a:r>
              <a:rPr lang="en-US" altLang="en-US"/>
              <a:t>Умное</a:t>
            </a:r>
            <a:r>
              <a:rPr lang="en-US" altLang="ru-RU"/>
              <a:t> </a:t>
            </a:r>
            <a:r>
              <a:rPr lang="en-US" altLang="en-US"/>
              <a:t>автозаполнение</a:t>
            </a:r>
            <a:r>
              <a:rPr lang="en-US" altLang="ru-RU"/>
              <a:t> (REST API): </a:t>
            </a:r>
            <a:r>
              <a:rPr lang="en-US" altLang="en-US"/>
              <a:t>При</a:t>
            </a:r>
            <a:r>
              <a:rPr lang="en-US" altLang="ru-RU"/>
              <a:t> </a:t>
            </a:r>
            <a:r>
              <a:rPr lang="en-US" altLang="en-US"/>
              <a:t>добавлении</a:t>
            </a:r>
            <a:r>
              <a:rPr lang="en-US" altLang="ru-RU"/>
              <a:t> </a:t>
            </a:r>
            <a:r>
              <a:rPr lang="en-US" altLang="en-US"/>
              <a:t>ссылки</a:t>
            </a:r>
            <a:r>
              <a:rPr lang="en-US" altLang="ru-RU"/>
              <a:t> </a:t>
            </a:r>
            <a:r>
              <a:rPr lang="en-US" altLang="en-US"/>
              <a:t>бэкенд</a:t>
            </a:r>
            <a:r>
              <a:rPr lang="en-US" altLang="ru-RU"/>
              <a:t> </a:t>
            </a:r>
            <a:r>
              <a:rPr lang="en-US" altLang="en-US"/>
              <a:t>обращается</a:t>
            </a:r>
            <a:r>
              <a:rPr lang="en-US" altLang="ru-RU"/>
              <a:t> </a:t>
            </a:r>
            <a:r>
              <a:rPr lang="en-US" altLang="en-US"/>
              <a:t>к</a:t>
            </a:r>
            <a:r>
              <a:rPr lang="en-US" altLang="ru-RU"/>
              <a:t> </a:t>
            </a:r>
            <a:r>
              <a:rPr lang="en-US" altLang="en-US"/>
              <a:t>внешнему</a:t>
            </a:r>
            <a:r>
              <a:rPr lang="en-US" altLang="ru-RU"/>
              <a:t> </a:t>
            </a:r>
            <a:r>
              <a:rPr lang="en-US" altLang="en-US"/>
              <a:t>микросервису</a:t>
            </a:r>
            <a:r>
              <a:rPr lang="en-US" altLang="ru-RU"/>
              <a:t> Microlink API, </a:t>
            </a:r>
            <a:r>
              <a:rPr lang="en-US" altLang="en-US"/>
              <a:t>автоматически</a:t>
            </a:r>
            <a:r>
              <a:rPr lang="en-US" altLang="ru-RU"/>
              <a:t> </a:t>
            </a:r>
            <a:r>
              <a:rPr lang="en-US" altLang="en-US"/>
              <a:t>парсит</a:t>
            </a:r>
            <a:r>
              <a:rPr lang="en-US" altLang="ru-RU"/>
              <a:t> </a:t>
            </a:r>
            <a:r>
              <a:rPr lang="en-US" altLang="en-US"/>
              <a:t>метаданные</a:t>
            </a:r>
            <a:r>
              <a:rPr lang="en-US" altLang="ru-RU"/>
              <a:t> </a:t>
            </a:r>
            <a:r>
              <a:rPr lang="en-US" altLang="en-US"/>
              <a:t>целевого</a:t>
            </a:r>
            <a:r>
              <a:rPr lang="en-US" altLang="ru-RU"/>
              <a:t> </a:t>
            </a:r>
            <a:r>
              <a:rPr lang="en-US" altLang="en-US"/>
              <a:t>сайта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заполняет</a:t>
            </a:r>
            <a:r>
              <a:rPr lang="en-US" altLang="ru-RU"/>
              <a:t> </a:t>
            </a:r>
            <a:r>
              <a:rPr lang="en-US" altLang="en-US"/>
              <a:t>заголовок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описание</a:t>
            </a:r>
            <a:r>
              <a:rPr lang="en-US" altLang="ru-RU"/>
              <a:t> </a:t>
            </a:r>
            <a:r>
              <a:rPr lang="en-US" altLang="en-US"/>
              <a:t>за</a:t>
            </a:r>
            <a:r>
              <a:rPr lang="en-US" altLang="ru-RU"/>
              <a:t> </a:t>
            </a:r>
            <a:r>
              <a:rPr lang="en-US" altLang="en-US"/>
              <a:t>пользователя</a:t>
            </a:r>
            <a:r>
              <a:rPr lang="en-US" altLang="ru-RU"/>
              <a:t> [1, 2].</a:t>
            </a:r>
            <a:endParaRPr lang="en-US" altLang="ru-RU"/>
          </a:p>
          <a:p>
            <a:r>
              <a:rPr lang="en-US" altLang="en-US"/>
              <a:t>Категоризация</a:t>
            </a:r>
            <a:r>
              <a:rPr lang="en-US" altLang="ru-RU"/>
              <a:t>: </a:t>
            </a:r>
            <a:r>
              <a:rPr lang="en-US" altLang="en-US"/>
              <a:t>Система</a:t>
            </a:r>
            <a:r>
              <a:rPr lang="en-US" altLang="ru-RU"/>
              <a:t> </a:t>
            </a:r>
            <a:r>
              <a:rPr lang="en-US" altLang="en-US"/>
              <a:t>гибких</a:t>
            </a:r>
            <a:r>
              <a:rPr lang="en-US" altLang="ru-RU"/>
              <a:t> </a:t>
            </a:r>
            <a:r>
              <a:rPr lang="en-US" altLang="en-US"/>
              <a:t>тегов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группировки</a:t>
            </a:r>
            <a:r>
              <a:rPr lang="en-US" altLang="ru-RU"/>
              <a:t> </a:t>
            </a:r>
            <a:r>
              <a:rPr lang="en-US" altLang="en-US"/>
              <a:t>закладок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мгновенной</a:t>
            </a:r>
            <a:r>
              <a:rPr lang="en-US" altLang="ru-RU"/>
              <a:t> </a:t>
            </a:r>
            <a:r>
              <a:rPr lang="en-US" altLang="en-US"/>
              <a:t>фильтрации</a:t>
            </a:r>
            <a:r>
              <a:rPr lang="en-US" altLang="ru-RU"/>
              <a:t> [1, 2].</a:t>
            </a:r>
            <a:endParaRPr lang="en-US" altLang="ru-RU"/>
          </a:p>
          <a:p>
            <a:r>
              <a:rPr lang="en-US" altLang="en-US"/>
              <a:t>Работа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файлами</a:t>
            </a:r>
            <a:r>
              <a:rPr lang="en-US" altLang="ru-RU"/>
              <a:t>: </a:t>
            </a:r>
            <a:r>
              <a:rPr lang="en-US" altLang="en-US"/>
              <a:t>Возможность</a:t>
            </a:r>
            <a:r>
              <a:rPr lang="en-US" altLang="ru-RU"/>
              <a:t> </a:t>
            </a:r>
            <a:r>
              <a:rPr lang="en-US" altLang="en-US"/>
              <a:t>загрузки</a:t>
            </a:r>
            <a:r>
              <a:rPr lang="en-US" altLang="ru-RU"/>
              <a:t> </a:t>
            </a:r>
            <a:r>
              <a:rPr lang="en-US" altLang="en-US"/>
              <a:t>кастомных</a:t>
            </a:r>
            <a:r>
              <a:rPr lang="en-US" altLang="ru-RU"/>
              <a:t> </a:t>
            </a:r>
            <a:r>
              <a:rPr lang="en-US" altLang="en-US"/>
              <a:t>изображений</a:t>
            </a:r>
            <a:r>
              <a:rPr lang="en-US" altLang="ru-RU"/>
              <a:t>/</a:t>
            </a:r>
            <a:r>
              <a:rPr lang="en-US" altLang="en-US"/>
              <a:t>скриншотов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визуализации</a:t>
            </a:r>
            <a:r>
              <a:rPr lang="en-US" altLang="ru-RU"/>
              <a:t> </a:t>
            </a:r>
            <a:r>
              <a:rPr lang="en-US" altLang="en-US"/>
              <a:t>превью</a:t>
            </a:r>
            <a:r>
              <a:rPr lang="en-US" altLang="ru-RU"/>
              <a:t> </a:t>
            </a:r>
            <a:r>
              <a:rPr lang="en-US" altLang="en-US"/>
              <a:t>каждой</a:t>
            </a:r>
            <a:r>
              <a:rPr lang="en-US" altLang="ru-RU"/>
              <a:t> </a:t>
            </a:r>
            <a:r>
              <a:rPr lang="en-US" altLang="en-US"/>
              <a:t>закладки</a:t>
            </a:r>
            <a:r>
              <a:rPr lang="en-US" altLang="ru-RU"/>
              <a:t> [1, 2].</a:t>
            </a:r>
            <a:endParaRPr lang="en-US" altLang="ru-RU"/>
          </a:p>
          <a:p>
            <a:r>
              <a:rPr lang="en-US" altLang="en-US"/>
              <a:t>Экспорт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Импорт</a:t>
            </a:r>
            <a:r>
              <a:rPr lang="en-US" altLang="ru-RU"/>
              <a:t> </a:t>
            </a:r>
            <a:r>
              <a:rPr lang="en-US" altLang="en-US"/>
              <a:t>данных</a:t>
            </a:r>
            <a:r>
              <a:rPr lang="en-US" altLang="ru-RU"/>
              <a:t>: </a:t>
            </a:r>
            <a:r>
              <a:rPr lang="en-US" altLang="en-US"/>
              <a:t>Модуль</a:t>
            </a:r>
            <a:r>
              <a:rPr lang="en-US" altLang="ru-RU"/>
              <a:t> </a:t>
            </a:r>
            <a:r>
              <a:rPr lang="en-US" altLang="en-US"/>
              <a:t>выгрузки</a:t>
            </a:r>
            <a:r>
              <a:rPr lang="en-US" altLang="ru-RU"/>
              <a:t> </a:t>
            </a:r>
            <a:r>
              <a:rPr lang="en-US" altLang="en-US"/>
              <a:t>базы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формат</a:t>
            </a:r>
            <a:r>
              <a:rPr lang="en-US" altLang="ru-RU"/>
              <a:t> CSV (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использованием</a:t>
            </a:r>
            <a:r>
              <a:rPr lang="en-US" altLang="ru-RU"/>
              <a:t> </a:t>
            </a:r>
            <a:r>
              <a:rPr lang="en-US" altLang="en-US"/>
              <a:t>библиотеки</a:t>
            </a:r>
            <a:r>
              <a:rPr lang="en-US" altLang="ru-RU"/>
              <a:t> Pandas)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модуль</a:t>
            </a:r>
            <a:r>
              <a:rPr lang="en-US" altLang="ru-RU"/>
              <a:t> </a:t>
            </a:r>
            <a:r>
              <a:rPr lang="en-US" altLang="en-US"/>
              <a:t>парсинга</a:t>
            </a:r>
            <a:r>
              <a:rPr lang="en-US" altLang="ru-RU"/>
              <a:t> </a:t>
            </a:r>
            <a:r>
              <a:rPr lang="en-US" altLang="en-US"/>
              <a:t>стандартных</a:t>
            </a:r>
            <a:r>
              <a:rPr lang="en-US" altLang="ru-RU"/>
              <a:t> HTML-</a:t>
            </a:r>
            <a:r>
              <a:rPr lang="en-US" altLang="en-US"/>
              <a:t>файлов</a:t>
            </a:r>
            <a:r>
              <a:rPr lang="en-US" altLang="ru-RU"/>
              <a:t> </a:t>
            </a:r>
            <a:r>
              <a:rPr lang="en-US" altLang="en-US"/>
              <a:t>закладок</a:t>
            </a:r>
            <a:r>
              <a:rPr lang="en-US" altLang="ru-RU"/>
              <a:t> </a:t>
            </a:r>
            <a:r>
              <a:rPr lang="en-US" altLang="en-US"/>
              <a:t>из</a:t>
            </a:r>
            <a:r>
              <a:rPr lang="en-US" altLang="ru-RU"/>
              <a:t> </a:t>
            </a:r>
            <a:r>
              <a:rPr lang="en-US" altLang="en-US"/>
              <a:t>браузеров</a:t>
            </a:r>
            <a:r>
              <a:rPr lang="en-US" altLang="ru-RU"/>
              <a:t> Chrome/Firefox (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помощью</a:t>
            </a:r>
            <a:r>
              <a:rPr lang="en-US" altLang="ru-RU"/>
              <a:t> BeautifulSoup) [1, 2, 3].</a:t>
            </a:r>
            <a:endParaRPr lang="en-US" altLang="ru-RU"/>
          </a:p>
          <a:p>
            <a:endParaRPr lang="en-US" alt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75565"/>
            <a:ext cx="10515600" cy="1325563"/>
          </a:xfrm>
        </p:spPr>
        <p:txBody>
          <a:bodyPr/>
          <a:p>
            <a:r>
              <a:rPr lang="ru-RU" altLang="en-US"/>
              <a:t>Цель и задачи проекта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572770" y="1078865"/>
            <a:ext cx="10515600" cy="4351338"/>
          </a:xfrm>
        </p:spPr>
        <p:txBody>
          <a:bodyPr>
            <a:noAutofit/>
          </a:bodyPr>
          <a:p>
            <a:r>
              <a:rPr lang="en-US" altLang="en-US" sz="1600"/>
              <a:t>Цель</a:t>
            </a:r>
            <a:r>
              <a:rPr lang="en-US" altLang="ru-RU" sz="1600"/>
              <a:t> </a:t>
            </a:r>
            <a:r>
              <a:rPr lang="en-US" altLang="en-US" sz="1600"/>
              <a:t>проекта</a:t>
            </a:r>
            <a:r>
              <a:rPr lang="ru-RU" altLang="en-US" sz="1600"/>
              <a:t>:</a:t>
            </a:r>
            <a:endParaRPr lang="ru-RU" altLang="en-US" sz="1600"/>
          </a:p>
          <a:p>
            <a:r>
              <a:rPr lang="en-US" altLang="en-US" sz="1600"/>
              <a:t>Разработка</a:t>
            </a:r>
            <a:r>
              <a:rPr lang="en-US" altLang="ru-RU" sz="1600"/>
              <a:t> </a:t>
            </a:r>
            <a:r>
              <a:rPr lang="en-US" altLang="en-US" sz="1600"/>
              <a:t>и</a:t>
            </a:r>
            <a:r>
              <a:rPr lang="en-US" altLang="ru-RU" sz="1600"/>
              <a:t> </a:t>
            </a:r>
            <a:r>
              <a:rPr lang="en-US" altLang="en-US" sz="1600"/>
              <a:t>техническая</a:t>
            </a:r>
            <a:r>
              <a:rPr lang="en-US" altLang="ru-RU" sz="1600"/>
              <a:t> </a:t>
            </a:r>
            <a:r>
              <a:rPr lang="en-US" altLang="en-US" sz="1600"/>
              <a:t>реализация</a:t>
            </a:r>
            <a:r>
              <a:rPr lang="en-US" altLang="ru-RU" sz="1600"/>
              <a:t> </a:t>
            </a:r>
            <a:r>
              <a:rPr lang="en-US" altLang="en-US" sz="1600"/>
              <a:t>полноценного</a:t>
            </a:r>
            <a:r>
              <a:rPr lang="en-US" altLang="ru-RU" sz="1600"/>
              <a:t> </a:t>
            </a:r>
            <a:r>
              <a:rPr lang="en-US" altLang="en-US" sz="1600"/>
              <a:t>веб</a:t>
            </a:r>
            <a:r>
              <a:rPr lang="en-US" altLang="ru-RU" sz="1600"/>
              <a:t>-</a:t>
            </a:r>
            <a:r>
              <a:rPr lang="en-US" altLang="en-US" sz="1600"/>
              <a:t>сервиса</a:t>
            </a:r>
            <a:r>
              <a:rPr lang="en-US" altLang="ru-RU" sz="1600"/>
              <a:t> (SaaS-</a:t>
            </a:r>
            <a:r>
              <a:rPr lang="en-US" altLang="en-US" sz="1600"/>
              <a:t>приложения</a:t>
            </a:r>
            <a:r>
              <a:rPr lang="en-US" altLang="ru-RU" sz="1600"/>
              <a:t>) </a:t>
            </a:r>
            <a:r>
              <a:rPr lang="" altLang="en-US" sz="1600"/>
              <a:t>«</a:t>
            </a:r>
            <a:r>
              <a:rPr lang="en-US" altLang="ru-RU" sz="1600"/>
              <a:t>SmartBookmarks</a:t>
            </a:r>
            <a:r>
              <a:rPr lang="" altLang="en-US" sz="1600"/>
              <a:t>»</a:t>
            </a:r>
            <a:r>
              <a:rPr lang="en-US" altLang="ru-RU" sz="1600"/>
              <a:t> </a:t>
            </a:r>
            <a:r>
              <a:rPr lang="en-US" altLang="en-US" sz="1600"/>
              <a:t>для</a:t>
            </a:r>
            <a:r>
              <a:rPr lang="en-US" altLang="ru-RU" sz="1600"/>
              <a:t> </a:t>
            </a:r>
            <a:r>
              <a:rPr lang="en-US" altLang="en-US" sz="1600"/>
              <a:t>персонального</a:t>
            </a:r>
            <a:r>
              <a:rPr lang="en-US" altLang="ru-RU" sz="1600"/>
              <a:t> </a:t>
            </a:r>
            <a:r>
              <a:rPr lang="en-US" altLang="en-US" sz="1600"/>
              <a:t>управления</a:t>
            </a:r>
            <a:r>
              <a:rPr lang="en-US" altLang="ru-RU" sz="1600"/>
              <a:t>, </a:t>
            </a:r>
            <a:r>
              <a:rPr lang="en-US" altLang="en-US" sz="1600"/>
              <a:t>структурирования</a:t>
            </a:r>
            <a:r>
              <a:rPr lang="en-US" altLang="ru-RU" sz="1600"/>
              <a:t> </a:t>
            </a:r>
            <a:r>
              <a:rPr lang="en-US" altLang="en-US" sz="1600"/>
              <a:t>и</a:t>
            </a:r>
            <a:r>
              <a:rPr lang="en-US" altLang="ru-RU" sz="1600"/>
              <a:t> </a:t>
            </a:r>
            <a:r>
              <a:rPr lang="en-US" altLang="en-US" sz="1600"/>
              <a:t>автоматизированного</a:t>
            </a:r>
            <a:r>
              <a:rPr lang="en-US" altLang="ru-RU" sz="1600"/>
              <a:t> </a:t>
            </a:r>
            <a:r>
              <a:rPr lang="en-US" altLang="en-US" sz="1600"/>
              <a:t>хранения</a:t>
            </a:r>
            <a:r>
              <a:rPr lang="en-US" altLang="ru-RU" sz="1600"/>
              <a:t> </a:t>
            </a:r>
            <a:r>
              <a:rPr lang="en-US" altLang="en-US" sz="1600"/>
              <a:t>интернет</a:t>
            </a:r>
            <a:r>
              <a:rPr lang="en-US" altLang="ru-RU" sz="1600"/>
              <a:t>-</a:t>
            </a:r>
            <a:r>
              <a:rPr lang="en-US" altLang="en-US" sz="1600"/>
              <a:t>ссылок</a:t>
            </a:r>
            <a:r>
              <a:rPr lang="en-US" altLang="ru-RU" sz="1600"/>
              <a:t> </a:t>
            </a:r>
            <a:r>
              <a:rPr lang="en-US" altLang="en-US" sz="1600"/>
              <a:t>с</a:t>
            </a:r>
            <a:r>
              <a:rPr lang="en-US" altLang="ru-RU" sz="1600"/>
              <a:t> </a:t>
            </a:r>
            <a:r>
              <a:rPr lang="en-US" altLang="en-US" sz="1600"/>
              <a:t>использованием</a:t>
            </a:r>
            <a:r>
              <a:rPr lang="en-US" altLang="ru-RU" sz="1600"/>
              <a:t> </a:t>
            </a:r>
            <a:r>
              <a:rPr lang="en-US" altLang="en-US" sz="1600"/>
              <a:t>современных</a:t>
            </a:r>
            <a:r>
              <a:rPr lang="en-US" altLang="ru-RU" sz="1600"/>
              <a:t> </a:t>
            </a:r>
            <a:r>
              <a:rPr lang="en-US" altLang="en-US" sz="1600"/>
              <a:t>инструментов</a:t>
            </a:r>
            <a:r>
              <a:rPr lang="en-US" altLang="ru-RU" sz="1600"/>
              <a:t> </a:t>
            </a:r>
            <a:r>
              <a:rPr lang="en-US" altLang="en-US" sz="1600"/>
              <a:t>веб</a:t>
            </a:r>
            <a:r>
              <a:rPr lang="en-US" altLang="ru-RU" sz="1600"/>
              <a:t>-</a:t>
            </a:r>
            <a:r>
              <a:rPr lang="en-US" altLang="en-US" sz="1600"/>
              <a:t>разработки</a:t>
            </a:r>
            <a:r>
              <a:rPr lang="en-US" altLang="ru-RU" sz="1600"/>
              <a:t> </a:t>
            </a:r>
            <a:r>
              <a:rPr lang="en-US" altLang="en-US" sz="1600"/>
              <a:t>на</a:t>
            </a:r>
            <a:r>
              <a:rPr lang="en-US" altLang="ru-RU" sz="1600"/>
              <a:t> </a:t>
            </a:r>
            <a:r>
              <a:rPr lang="en-US" altLang="en-US" sz="1600"/>
              <a:t>языке</a:t>
            </a:r>
            <a:r>
              <a:rPr lang="en-US" altLang="ru-RU" sz="1600"/>
              <a:t> Python.</a:t>
            </a:r>
            <a:endParaRPr lang="en-US" altLang="ru-RU" sz="1600"/>
          </a:p>
          <a:p>
            <a:r>
              <a:rPr lang="en-US" altLang="en-US" sz="1600"/>
              <a:t>Задачи</a:t>
            </a:r>
            <a:r>
              <a:rPr lang="en-US" altLang="ru-RU" sz="1600"/>
              <a:t> </a:t>
            </a:r>
            <a:r>
              <a:rPr lang="en-US" altLang="en-US" sz="1600"/>
              <a:t>проекта</a:t>
            </a:r>
            <a:r>
              <a:rPr lang="ru-RU" altLang="en-US" sz="1600"/>
              <a:t>:</a:t>
            </a:r>
            <a:endParaRPr lang="en-US" altLang="en-US" sz="1600"/>
          </a:p>
          <a:p>
            <a:r>
              <a:rPr lang="en-US" altLang="en-US" sz="1600"/>
              <a:t>Для</a:t>
            </a:r>
            <a:r>
              <a:rPr lang="en-US" altLang="ru-RU" sz="1600"/>
              <a:t> </a:t>
            </a:r>
            <a:r>
              <a:rPr lang="en-US" altLang="en-US" sz="1600"/>
              <a:t>достижения</a:t>
            </a:r>
            <a:r>
              <a:rPr lang="en-US" altLang="ru-RU" sz="1600"/>
              <a:t> </a:t>
            </a:r>
            <a:r>
              <a:rPr lang="en-US" altLang="en-US" sz="1600"/>
              <a:t>поставленной</a:t>
            </a:r>
            <a:r>
              <a:rPr lang="en-US" altLang="ru-RU" sz="1600"/>
              <a:t> </a:t>
            </a:r>
            <a:r>
              <a:rPr lang="en-US" altLang="en-US" sz="1600"/>
              <a:t>цели</a:t>
            </a:r>
            <a:r>
              <a:rPr lang="en-US" altLang="ru-RU" sz="1600"/>
              <a:t> </a:t>
            </a:r>
            <a:r>
              <a:rPr lang="en-US" altLang="en-US" sz="1600"/>
              <a:t>необходимо</a:t>
            </a:r>
            <a:r>
              <a:rPr lang="en-US" altLang="ru-RU" sz="1600"/>
              <a:t> </a:t>
            </a:r>
            <a:r>
              <a:rPr lang="en-US" altLang="en-US" sz="1600"/>
              <a:t>решить</a:t>
            </a:r>
            <a:r>
              <a:rPr lang="en-US" altLang="ru-RU" sz="1600"/>
              <a:t> </a:t>
            </a:r>
            <a:r>
              <a:rPr lang="en-US" altLang="en-US" sz="1600"/>
              <a:t>следующие</a:t>
            </a:r>
            <a:r>
              <a:rPr lang="en-US" altLang="ru-RU" sz="1600"/>
              <a:t> </a:t>
            </a:r>
            <a:r>
              <a:rPr lang="en-US" altLang="en-US" sz="1600"/>
              <a:t>задачи</a:t>
            </a:r>
            <a:r>
              <a:rPr lang="en-US" altLang="ru-RU" sz="1600"/>
              <a:t>:</a:t>
            </a:r>
            <a:endParaRPr lang="en-US" altLang="ru-RU" sz="1600"/>
          </a:p>
          <a:p>
            <a:r>
              <a:rPr lang="en-US" altLang="en-US" sz="1600"/>
              <a:t>Изучить</a:t>
            </a:r>
            <a:r>
              <a:rPr lang="en-US" altLang="ru-RU" sz="1600"/>
              <a:t> </a:t>
            </a:r>
            <a:r>
              <a:rPr lang="en-US" altLang="en-US" sz="1600"/>
              <a:t>архитектуру</a:t>
            </a:r>
            <a:r>
              <a:rPr lang="en-US" altLang="ru-RU" sz="1600"/>
              <a:t> </a:t>
            </a:r>
            <a:r>
              <a:rPr lang="en-US" altLang="en-US" sz="1600"/>
              <a:t>веб</a:t>
            </a:r>
            <a:r>
              <a:rPr lang="en-US" altLang="ru-RU" sz="1600"/>
              <a:t>-</a:t>
            </a:r>
            <a:r>
              <a:rPr lang="en-US" altLang="en-US" sz="1600"/>
              <a:t>приложений</a:t>
            </a:r>
            <a:r>
              <a:rPr lang="en-US" altLang="ru-RU" sz="1600"/>
              <a:t> </a:t>
            </a:r>
            <a:r>
              <a:rPr lang="en-US" altLang="en-US" sz="1600"/>
              <a:t>на</a:t>
            </a:r>
            <a:r>
              <a:rPr lang="en-US" altLang="ru-RU" sz="1600"/>
              <a:t> </a:t>
            </a:r>
            <a:r>
              <a:rPr lang="en-US" altLang="en-US" sz="1600"/>
              <a:t>базе</a:t>
            </a:r>
            <a:r>
              <a:rPr lang="en-US" altLang="ru-RU" sz="1600"/>
              <a:t> </a:t>
            </a:r>
            <a:r>
              <a:rPr lang="en-US" altLang="en-US" sz="1600"/>
              <a:t>фреймворка</a:t>
            </a:r>
            <a:r>
              <a:rPr lang="en-US" altLang="ru-RU" sz="1600"/>
              <a:t> Flask </a:t>
            </a:r>
            <a:r>
              <a:rPr lang="en-US" altLang="en-US" sz="1600"/>
              <a:t>и</a:t>
            </a:r>
            <a:r>
              <a:rPr lang="en-US" altLang="ru-RU" sz="1600"/>
              <a:t> </a:t>
            </a:r>
            <a:r>
              <a:rPr lang="en-US" altLang="en-US" sz="1600"/>
              <a:t>паттерна</a:t>
            </a:r>
            <a:r>
              <a:rPr lang="en-US" altLang="ru-RU" sz="1600"/>
              <a:t> ORM.</a:t>
            </a:r>
            <a:endParaRPr lang="en-US" altLang="ru-RU" sz="1600"/>
          </a:p>
          <a:p>
            <a:r>
              <a:rPr lang="en-US" altLang="en-US" sz="1600"/>
              <a:t>Проектировать</a:t>
            </a:r>
            <a:r>
              <a:rPr lang="en-US" altLang="ru-RU" sz="1600"/>
              <a:t> </a:t>
            </a:r>
            <a:r>
              <a:rPr lang="en-US" altLang="en-US" sz="1600"/>
              <a:t>и</a:t>
            </a:r>
            <a:r>
              <a:rPr lang="en-US" altLang="ru-RU" sz="1600"/>
              <a:t> </a:t>
            </a:r>
            <a:r>
              <a:rPr lang="en-US" altLang="en-US" sz="1600"/>
              <a:t>настроить</a:t>
            </a:r>
            <a:r>
              <a:rPr lang="en-US" altLang="ru-RU" sz="1600"/>
              <a:t> </a:t>
            </a:r>
            <a:r>
              <a:rPr lang="en-US" altLang="en-US" sz="1600"/>
              <a:t>реляционную</a:t>
            </a:r>
            <a:r>
              <a:rPr lang="en-US" altLang="ru-RU" sz="1600"/>
              <a:t> </a:t>
            </a:r>
            <a:r>
              <a:rPr lang="en-US" altLang="en-US" sz="1600"/>
              <a:t>базу</a:t>
            </a:r>
            <a:r>
              <a:rPr lang="en-US" altLang="ru-RU" sz="1600"/>
              <a:t> </a:t>
            </a:r>
            <a:r>
              <a:rPr lang="en-US" altLang="en-US" sz="1600"/>
              <a:t>данных</a:t>
            </a:r>
            <a:r>
              <a:rPr lang="en-US" altLang="ru-RU" sz="1600"/>
              <a:t> </a:t>
            </a:r>
            <a:r>
              <a:rPr lang="en-US" altLang="en-US" sz="1600"/>
              <a:t>с</a:t>
            </a:r>
            <a:r>
              <a:rPr lang="en-US" altLang="ru-RU" sz="1600"/>
              <a:t> </a:t>
            </a:r>
            <a:r>
              <a:rPr lang="en-US" altLang="en-US" sz="1600"/>
              <a:t>использованием</a:t>
            </a:r>
            <a:r>
              <a:rPr lang="en-US" altLang="ru-RU" sz="1600"/>
              <a:t> SQLAlchemy, </a:t>
            </a:r>
            <a:r>
              <a:rPr lang="en-US" altLang="en-US" sz="1600"/>
              <a:t>реализовав</a:t>
            </a:r>
            <a:r>
              <a:rPr lang="en-US" altLang="ru-RU" sz="1600"/>
              <a:t> </a:t>
            </a:r>
            <a:r>
              <a:rPr lang="en-US" altLang="en-US" sz="1600"/>
              <a:t>связи</a:t>
            </a:r>
            <a:r>
              <a:rPr lang="en-US" altLang="ru-RU" sz="1600"/>
              <a:t> </a:t>
            </a:r>
            <a:r>
              <a:rPr lang="en-US" altLang="en-US" sz="1600"/>
              <a:t>между</a:t>
            </a:r>
            <a:r>
              <a:rPr lang="en-US" altLang="ru-RU" sz="1600"/>
              <a:t> </a:t>
            </a:r>
            <a:r>
              <a:rPr lang="en-US" altLang="en-US" sz="1600"/>
              <a:t>пользователями</a:t>
            </a:r>
            <a:r>
              <a:rPr lang="en-US" altLang="ru-RU" sz="1600"/>
              <a:t> </a:t>
            </a:r>
            <a:r>
              <a:rPr lang="en-US" altLang="en-US" sz="1600"/>
              <a:t>и</a:t>
            </a:r>
            <a:r>
              <a:rPr lang="en-US" altLang="ru-RU" sz="1600"/>
              <a:t> </a:t>
            </a:r>
            <a:r>
              <a:rPr lang="en-US" altLang="en-US" sz="1600"/>
              <a:t>их</a:t>
            </a:r>
            <a:r>
              <a:rPr lang="en-US" altLang="ru-RU" sz="1600"/>
              <a:t> </a:t>
            </a:r>
            <a:r>
              <a:rPr lang="en-US" altLang="en-US" sz="1600"/>
              <a:t>закладками</a:t>
            </a:r>
            <a:r>
              <a:rPr lang="en-US" altLang="ru-RU" sz="1600"/>
              <a:t>.</a:t>
            </a:r>
            <a:endParaRPr lang="en-US" altLang="ru-RU" sz="1600"/>
          </a:p>
          <a:p>
            <a:r>
              <a:rPr lang="en-US" altLang="en-US" sz="1600"/>
              <a:t>Разработать</a:t>
            </a:r>
            <a:r>
              <a:rPr lang="en-US" altLang="ru-RU" sz="1600"/>
              <a:t> </a:t>
            </a:r>
            <a:r>
              <a:rPr lang="en-US" altLang="en-US" sz="1600"/>
              <a:t>и</a:t>
            </a:r>
            <a:r>
              <a:rPr lang="en-US" altLang="ru-RU" sz="1600"/>
              <a:t> </a:t>
            </a:r>
            <a:r>
              <a:rPr lang="en-US" altLang="en-US" sz="1600"/>
              <a:t>внедрить</a:t>
            </a:r>
            <a:r>
              <a:rPr lang="en-US" altLang="ru-RU" sz="1600"/>
              <a:t> </a:t>
            </a:r>
            <a:r>
              <a:rPr lang="en-US" altLang="en-US" sz="1600"/>
              <a:t>защищенную</a:t>
            </a:r>
            <a:r>
              <a:rPr lang="en-US" altLang="ru-RU" sz="1600"/>
              <a:t> </a:t>
            </a:r>
            <a:r>
              <a:rPr lang="en-US" altLang="en-US" sz="1600"/>
              <a:t>систему</a:t>
            </a:r>
            <a:r>
              <a:rPr lang="en-US" altLang="ru-RU" sz="1600"/>
              <a:t> </a:t>
            </a:r>
            <a:r>
              <a:rPr lang="en-US" altLang="en-US" sz="1600"/>
              <a:t>регистрации</a:t>
            </a:r>
            <a:r>
              <a:rPr lang="en-US" altLang="ru-RU" sz="1600"/>
              <a:t>, </a:t>
            </a:r>
            <a:r>
              <a:rPr lang="en-US" altLang="en-US" sz="1600"/>
              <a:t>аутентификации</a:t>
            </a:r>
            <a:r>
              <a:rPr lang="en-US" altLang="ru-RU" sz="1600"/>
              <a:t> </a:t>
            </a:r>
            <a:r>
              <a:rPr lang="en-US" altLang="en-US" sz="1600"/>
              <a:t>и</a:t>
            </a:r>
            <a:r>
              <a:rPr lang="en-US" altLang="ru-RU" sz="1600"/>
              <a:t> </a:t>
            </a:r>
            <a:r>
              <a:rPr lang="en-US" altLang="en-US" sz="1600"/>
              <a:t>авторизации</a:t>
            </a:r>
            <a:r>
              <a:rPr lang="en-US" altLang="ru-RU" sz="1600"/>
              <a:t> </a:t>
            </a:r>
            <a:r>
              <a:rPr lang="en-US" altLang="en-US" sz="1600"/>
              <a:t>пользователей</a:t>
            </a:r>
            <a:r>
              <a:rPr lang="en-US" altLang="ru-RU" sz="1600"/>
              <a:t> </a:t>
            </a:r>
            <a:r>
              <a:rPr lang="en-US" altLang="en-US" sz="1600"/>
              <a:t>с</a:t>
            </a:r>
            <a:r>
              <a:rPr lang="en-US" altLang="ru-RU" sz="1600"/>
              <a:t> </a:t>
            </a:r>
            <a:r>
              <a:rPr lang="en-US" altLang="en-US" sz="1600"/>
              <a:t>применением</a:t>
            </a:r>
            <a:r>
              <a:rPr lang="en-US" altLang="ru-RU" sz="1600"/>
              <a:t> </a:t>
            </a:r>
            <a:r>
              <a:rPr lang="en-US" altLang="en-US" sz="1600"/>
              <a:t>криптографического</a:t>
            </a:r>
            <a:r>
              <a:rPr lang="en-US" altLang="ru-RU" sz="1600"/>
              <a:t> </a:t>
            </a:r>
            <a:r>
              <a:rPr lang="en-US" altLang="en-US" sz="1600"/>
              <a:t>хеширования</a:t>
            </a:r>
            <a:r>
              <a:rPr lang="en-US" altLang="ru-RU" sz="1600"/>
              <a:t> </a:t>
            </a:r>
            <a:r>
              <a:rPr lang="en-US" altLang="en-US" sz="1600"/>
              <a:t>паролей</a:t>
            </a:r>
            <a:r>
              <a:rPr lang="en-US" altLang="ru-RU" sz="1600"/>
              <a:t>.</a:t>
            </a:r>
            <a:endParaRPr lang="en-US" altLang="ru-RU" sz="1600"/>
          </a:p>
          <a:p>
            <a:r>
              <a:rPr lang="en-US" altLang="en-US" sz="1600"/>
              <a:t>Интегрировать</a:t>
            </a:r>
            <a:r>
              <a:rPr lang="en-US" altLang="ru-RU" sz="1600"/>
              <a:t> </a:t>
            </a:r>
            <a:r>
              <a:rPr lang="en-US" altLang="en-US" sz="1600"/>
              <a:t>стороннее</a:t>
            </a:r>
            <a:r>
              <a:rPr lang="en-US" altLang="ru-RU" sz="1600"/>
              <a:t> REST API (Microlink API) </a:t>
            </a:r>
            <a:r>
              <a:rPr lang="en-US" altLang="en-US" sz="1600"/>
              <a:t>для</a:t>
            </a:r>
            <a:r>
              <a:rPr lang="en-US" altLang="ru-RU" sz="1600"/>
              <a:t> </a:t>
            </a:r>
            <a:r>
              <a:rPr lang="en-US" altLang="en-US" sz="1600"/>
              <a:t>автоматического</a:t>
            </a:r>
            <a:r>
              <a:rPr lang="en-US" altLang="ru-RU" sz="1600"/>
              <a:t> </a:t>
            </a:r>
            <a:r>
              <a:rPr lang="en-US" altLang="en-US" sz="1600"/>
              <a:t>парсинга</a:t>
            </a:r>
            <a:r>
              <a:rPr lang="en-US" altLang="ru-RU" sz="1600"/>
              <a:t> </a:t>
            </a:r>
            <a:r>
              <a:rPr lang="en-US" altLang="en-US" sz="1600"/>
              <a:t>и</a:t>
            </a:r>
            <a:r>
              <a:rPr lang="en-US" altLang="ru-RU" sz="1600"/>
              <a:t> </a:t>
            </a:r>
            <a:r>
              <a:rPr lang="en-US" altLang="en-US" sz="1600"/>
              <a:t>обогащения</a:t>
            </a:r>
            <a:r>
              <a:rPr lang="en-US" altLang="ru-RU" sz="1600"/>
              <a:t> </a:t>
            </a:r>
            <a:r>
              <a:rPr lang="en-US" altLang="en-US" sz="1600"/>
              <a:t>метаданных</a:t>
            </a:r>
            <a:r>
              <a:rPr lang="en-US" altLang="ru-RU" sz="1600"/>
              <a:t> (</a:t>
            </a:r>
            <a:r>
              <a:rPr lang="en-US" altLang="en-US" sz="1600"/>
              <a:t>заголовков</a:t>
            </a:r>
            <a:r>
              <a:rPr lang="en-US" altLang="ru-RU" sz="1600"/>
              <a:t> </a:t>
            </a:r>
            <a:r>
              <a:rPr lang="en-US" altLang="en-US" sz="1600"/>
              <a:t>и</a:t>
            </a:r>
            <a:r>
              <a:rPr lang="en-US" altLang="ru-RU" sz="1600"/>
              <a:t> </a:t>
            </a:r>
            <a:r>
              <a:rPr lang="en-US" altLang="en-US" sz="1600"/>
              <a:t>описаний</a:t>
            </a:r>
            <a:r>
              <a:rPr lang="en-US" altLang="ru-RU" sz="1600"/>
              <a:t>) </a:t>
            </a:r>
            <a:r>
              <a:rPr lang="en-US" altLang="en-US" sz="1600"/>
              <a:t>добавляемых</a:t>
            </a:r>
            <a:r>
              <a:rPr lang="en-US" altLang="ru-RU" sz="1600"/>
              <a:t> </a:t>
            </a:r>
            <a:r>
              <a:rPr lang="en-US" altLang="en-US" sz="1600"/>
              <a:t>веб</a:t>
            </a:r>
            <a:r>
              <a:rPr lang="en-US" altLang="ru-RU" sz="1600"/>
              <a:t>-</a:t>
            </a:r>
            <a:r>
              <a:rPr lang="en-US" altLang="en-US" sz="1600"/>
              <a:t>страниц</a:t>
            </a:r>
            <a:r>
              <a:rPr lang="en-US" altLang="ru-RU" sz="1600"/>
              <a:t>.</a:t>
            </a:r>
            <a:endParaRPr lang="en-US" altLang="ru-RU" sz="1600"/>
          </a:p>
          <a:p>
            <a:r>
              <a:rPr lang="en-US" altLang="en-US" sz="1600"/>
              <a:t>Реализовать</a:t>
            </a:r>
            <a:r>
              <a:rPr lang="en-US" altLang="ru-RU" sz="1600"/>
              <a:t> </a:t>
            </a:r>
            <a:r>
              <a:rPr lang="en-US" altLang="en-US" sz="1600"/>
              <a:t>модули</a:t>
            </a:r>
            <a:r>
              <a:rPr lang="en-US" altLang="ru-RU" sz="1600"/>
              <a:t> </a:t>
            </a:r>
            <a:r>
              <a:rPr lang="en-US" altLang="en-US" sz="1600"/>
              <a:t>импорта</a:t>
            </a:r>
            <a:r>
              <a:rPr lang="en-US" altLang="ru-RU" sz="1600"/>
              <a:t> </a:t>
            </a:r>
            <a:r>
              <a:rPr lang="en-US" altLang="en-US" sz="1600"/>
              <a:t>данных</a:t>
            </a:r>
            <a:r>
              <a:rPr lang="en-US" altLang="ru-RU" sz="1600"/>
              <a:t> (</a:t>
            </a:r>
            <a:r>
              <a:rPr lang="en-US" altLang="en-US" sz="1600"/>
              <a:t>парсинг</a:t>
            </a:r>
            <a:r>
              <a:rPr lang="en-US" altLang="ru-RU" sz="1600"/>
              <a:t> Netscape HTML-</a:t>
            </a:r>
            <a:r>
              <a:rPr lang="en-US" altLang="en-US" sz="1600"/>
              <a:t>файлов</a:t>
            </a:r>
            <a:r>
              <a:rPr lang="en-US" altLang="ru-RU" sz="1600"/>
              <a:t> </a:t>
            </a:r>
            <a:r>
              <a:rPr lang="en-US" altLang="en-US" sz="1600"/>
              <a:t>из</a:t>
            </a:r>
            <a:r>
              <a:rPr lang="en-US" altLang="ru-RU" sz="1600"/>
              <a:t> </a:t>
            </a:r>
            <a:r>
              <a:rPr lang="en-US" altLang="en-US" sz="1600"/>
              <a:t>браузеров</a:t>
            </a:r>
            <a:r>
              <a:rPr lang="en-US" altLang="ru-RU" sz="1600"/>
              <a:t> </a:t>
            </a:r>
            <a:r>
              <a:rPr lang="en-US" altLang="en-US" sz="1600"/>
              <a:t>через</a:t>
            </a:r>
            <a:r>
              <a:rPr lang="en-US" altLang="ru-RU" sz="1600"/>
              <a:t> BeautifulSoup) </a:t>
            </a:r>
            <a:r>
              <a:rPr lang="en-US" altLang="en-US" sz="1600"/>
              <a:t>и</a:t>
            </a:r>
            <a:r>
              <a:rPr lang="en-US" altLang="ru-RU" sz="1600"/>
              <a:t> </a:t>
            </a:r>
            <a:r>
              <a:rPr lang="en-US" altLang="en-US" sz="1600"/>
              <a:t>экспорта</a:t>
            </a:r>
            <a:r>
              <a:rPr lang="en-US" altLang="ru-RU" sz="1600"/>
              <a:t> </a:t>
            </a:r>
            <a:r>
              <a:rPr lang="en-US" altLang="en-US" sz="1600"/>
              <a:t>данных</a:t>
            </a:r>
            <a:r>
              <a:rPr lang="en-US" altLang="ru-RU" sz="1600"/>
              <a:t> (</a:t>
            </a:r>
            <a:r>
              <a:rPr lang="en-US" altLang="en-US" sz="1600"/>
              <a:t>выгрузка</a:t>
            </a:r>
            <a:r>
              <a:rPr lang="en-US" altLang="ru-RU" sz="1600"/>
              <a:t> </a:t>
            </a:r>
            <a:r>
              <a:rPr lang="en-US" altLang="en-US" sz="1600"/>
              <a:t>в</a:t>
            </a:r>
            <a:r>
              <a:rPr lang="en-US" altLang="ru-RU" sz="1600"/>
              <a:t> </a:t>
            </a:r>
            <a:r>
              <a:rPr lang="en-US" altLang="en-US" sz="1600"/>
              <a:t>формат</a:t>
            </a:r>
            <a:r>
              <a:rPr lang="en-US" altLang="ru-RU" sz="1600"/>
              <a:t> CSV </a:t>
            </a:r>
            <a:r>
              <a:rPr lang="en-US" altLang="en-US" sz="1600"/>
              <a:t>с</a:t>
            </a:r>
            <a:r>
              <a:rPr lang="en-US" altLang="ru-RU" sz="1600"/>
              <a:t> </a:t>
            </a:r>
            <a:r>
              <a:rPr lang="en-US" altLang="en-US" sz="1600"/>
              <a:t>помощью</a:t>
            </a:r>
            <a:r>
              <a:rPr lang="en-US" altLang="ru-RU" sz="1600"/>
              <a:t> Pandas).</a:t>
            </a:r>
            <a:endParaRPr lang="en-US" altLang="ru-RU" sz="1600"/>
          </a:p>
          <a:p>
            <a:r>
              <a:rPr lang="en-US" altLang="en-US" sz="1600"/>
              <a:t>Создать</a:t>
            </a:r>
            <a:r>
              <a:rPr lang="en-US" altLang="ru-RU" sz="1600"/>
              <a:t> </a:t>
            </a:r>
            <a:r>
              <a:rPr lang="en-US" altLang="en-US" sz="1600"/>
              <a:t>адаптивный</a:t>
            </a:r>
            <a:r>
              <a:rPr lang="en-US" altLang="ru-RU" sz="1600"/>
              <a:t>, </a:t>
            </a:r>
            <a:r>
              <a:rPr lang="en-US" altLang="en-US" sz="1600"/>
              <a:t>интуитивно</a:t>
            </a:r>
            <a:r>
              <a:rPr lang="en-US" altLang="ru-RU" sz="1600"/>
              <a:t> </a:t>
            </a:r>
            <a:r>
              <a:rPr lang="en-US" altLang="en-US" sz="1600"/>
              <a:t>понятный</a:t>
            </a:r>
            <a:r>
              <a:rPr lang="en-US" altLang="ru-RU" sz="1600"/>
              <a:t> </a:t>
            </a:r>
            <a:r>
              <a:rPr lang="en-US" altLang="en-US" sz="1600"/>
              <a:t>пользовательский</a:t>
            </a:r>
            <a:r>
              <a:rPr lang="en-US" altLang="ru-RU" sz="1600"/>
              <a:t> </a:t>
            </a:r>
            <a:r>
              <a:rPr lang="en-US" altLang="en-US" sz="1600"/>
              <a:t>интерфейс</a:t>
            </a:r>
            <a:r>
              <a:rPr lang="en-US" altLang="ru-RU" sz="1600"/>
              <a:t> </a:t>
            </a:r>
            <a:r>
              <a:rPr lang="en-US" altLang="en-US" sz="1600"/>
              <a:t>с</a:t>
            </a:r>
            <a:r>
              <a:rPr lang="en-US" altLang="ru-RU" sz="1600"/>
              <a:t> </a:t>
            </a:r>
            <a:r>
              <a:rPr lang="en-US" altLang="en-US" sz="1600"/>
              <a:t>помощью</a:t>
            </a:r>
            <a:r>
              <a:rPr lang="en-US" altLang="ru-RU" sz="1600"/>
              <a:t> HTML, </a:t>
            </a:r>
            <a:r>
              <a:rPr lang="en-US" altLang="en-US" sz="1600"/>
              <a:t>шаблонизатора</a:t>
            </a:r>
            <a:r>
              <a:rPr lang="en-US" altLang="ru-RU" sz="1600"/>
              <a:t> Jinja2 </a:t>
            </a:r>
            <a:r>
              <a:rPr lang="en-US" altLang="en-US" sz="1600"/>
              <a:t>и</a:t>
            </a:r>
            <a:r>
              <a:rPr lang="en-US" altLang="ru-RU" sz="1600"/>
              <a:t> </a:t>
            </a:r>
            <a:r>
              <a:rPr lang="en-US" altLang="en-US" sz="1600"/>
              <a:t>фронтенд</a:t>
            </a:r>
            <a:r>
              <a:rPr lang="en-US" altLang="ru-RU" sz="1600"/>
              <a:t>-</a:t>
            </a:r>
            <a:r>
              <a:rPr lang="en-US" altLang="en-US" sz="1600"/>
              <a:t>фреймворка</a:t>
            </a:r>
            <a:r>
              <a:rPr lang="en-US" altLang="ru-RU" sz="1600"/>
              <a:t> Bootstrap 5.</a:t>
            </a:r>
            <a:endParaRPr lang="en-US" altLang="ru-RU" sz="1600"/>
          </a:p>
          <a:p>
            <a:r>
              <a:rPr lang="en-US" altLang="en-US" sz="1600"/>
              <a:t>Протестировать</a:t>
            </a:r>
            <a:r>
              <a:rPr lang="en-US" altLang="ru-RU" sz="1600"/>
              <a:t> </a:t>
            </a:r>
            <a:r>
              <a:rPr lang="en-US" altLang="en-US" sz="1600"/>
              <a:t>работу</a:t>
            </a:r>
            <a:r>
              <a:rPr lang="en-US" altLang="ru-RU" sz="1600"/>
              <a:t> </a:t>
            </a:r>
            <a:r>
              <a:rPr lang="en-US" altLang="en-US" sz="1600"/>
              <a:t>веб</a:t>
            </a:r>
            <a:r>
              <a:rPr lang="en-US" altLang="ru-RU" sz="1600"/>
              <a:t>-</a:t>
            </a:r>
            <a:r>
              <a:rPr lang="en-US" altLang="en-US" sz="1600"/>
              <a:t>сервиса</a:t>
            </a:r>
            <a:r>
              <a:rPr lang="en-US" altLang="ru-RU" sz="1600"/>
              <a:t> </a:t>
            </a:r>
            <a:r>
              <a:rPr lang="en-US" altLang="en-US" sz="1600"/>
              <a:t>в</a:t>
            </a:r>
            <a:r>
              <a:rPr lang="en-US" altLang="ru-RU" sz="1600"/>
              <a:t> </a:t>
            </a:r>
            <a:r>
              <a:rPr lang="en-US" altLang="en-US" sz="1600"/>
              <a:t>локальной</a:t>
            </a:r>
            <a:r>
              <a:rPr lang="en-US" altLang="ru-RU" sz="1600"/>
              <a:t> </a:t>
            </a:r>
            <a:r>
              <a:rPr lang="en-US" altLang="en-US" sz="1600"/>
              <a:t>среде</a:t>
            </a:r>
            <a:r>
              <a:rPr lang="en-US" altLang="ru-RU" sz="1600"/>
              <a:t> </a:t>
            </a:r>
            <a:r>
              <a:rPr lang="en-US" altLang="en-US" sz="1600"/>
              <a:t>и</a:t>
            </a:r>
            <a:r>
              <a:rPr lang="en-US" altLang="ru-RU" sz="1600"/>
              <a:t> </a:t>
            </a:r>
            <a:r>
              <a:rPr lang="en-US" altLang="en-US" sz="1600"/>
              <a:t>подготовить</a:t>
            </a:r>
            <a:r>
              <a:rPr lang="en-US" altLang="ru-RU" sz="1600"/>
              <a:t> </a:t>
            </a:r>
            <a:r>
              <a:rPr lang="en-US" altLang="en-US" sz="1600"/>
              <a:t>конфигурационные</a:t>
            </a:r>
            <a:r>
              <a:rPr lang="en-US" altLang="ru-RU" sz="1600"/>
              <a:t> </a:t>
            </a:r>
            <a:r>
              <a:rPr lang="en-US" altLang="en-US" sz="1600"/>
              <a:t>файлы</a:t>
            </a:r>
            <a:r>
              <a:rPr lang="en-US" altLang="ru-RU" sz="1600"/>
              <a:t> </a:t>
            </a:r>
            <a:r>
              <a:rPr lang="en-US" altLang="en-US" sz="1600"/>
              <a:t>для</a:t>
            </a:r>
            <a:r>
              <a:rPr lang="en-US" altLang="ru-RU" sz="1600"/>
              <a:t> </a:t>
            </a:r>
            <a:r>
              <a:rPr lang="en-US" altLang="en-US" sz="1600"/>
              <a:t>развертывания</a:t>
            </a:r>
            <a:r>
              <a:rPr lang="en-US" altLang="ru-RU" sz="1600"/>
              <a:t> </a:t>
            </a:r>
            <a:r>
              <a:rPr lang="en-US" altLang="en-US" sz="1600"/>
              <a:t>приложения</a:t>
            </a:r>
            <a:r>
              <a:rPr lang="en-US" altLang="ru-RU" sz="1600"/>
              <a:t> </a:t>
            </a:r>
            <a:r>
              <a:rPr lang="en-US" altLang="en-US" sz="1600"/>
              <a:t>на</a:t>
            </a:r>
            <a:r>
              <a:rPr lang="en-US" altLang="ru-RU" sz="1600"/>
              <a:t> </a:t>
            </a:r>
            <a:r>
              <a:rPr lang="en-US" altLang="en-US" sz="1600"/>
              <a:t>облачной</a:t>
            </a:r>
            <a:r>
              <a:rPr lang="en-US" altLang="ru-RU" sz="1600"/>
              <a:t> </a:t>
            </a:r>
            <a:r>
              <a:rPr lang="en-US" altLang="en-US" sz="1600"/>
              <a:t>платформе</a:t>
            </a:r>
            <a:r>
              <a:rPr lang="en-US" altLang="ru-RU" sz="1600"/>
              <a:t> Heroku </a:t>
            </a:r>
            <a:r>
              <a:rPr lang="en-US" altLang="en-US" sz="1600"/>
              <a:t>с</a:t>
            </a:r>
            <a:r>
              <a:rPr lang="en-US" altLang="ru-RU" sz="1600"/>
              <a:t> </a:t>
            </a:r>
            <a:r>
              <a:rPr lang="en-US" altLang="en-US" sz="1600"/>
              <a:t>использованием</a:t>
            </a:r>
            <a:r>
              <a:rPr lang="en-US" altLang="ru-RU" sz="1600"/>
              <a:t> </a:t>
            </a:r>
            <a:r>
              <a:rPr lang="en-US" altLang="en-US" sz="1600"/>
              <a:t>СУБД</a:t>
            </a:r>
            <a:r>
              <a:rPr lang="en-US" altLang="ru-RU" sz="1600"/>
              <a:t> PostgreSQL.</a:t>
            </a:r>
            <a:endParaRPr lang="en-US" altLang="ru-RU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Принцип работы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Авторизация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сессии</a:t>
            </a:r>
            <a:r>
              <a:rPr lang="en-US" altLang="ru-RU"/>
              <a:t>: </a:t>
            </a:r>
            <a:r>
              <a:rPr lang="en-US" altLang="en-US"/>
              <a:t>Пользователь</a:t>
            </a:r>
            <a:r>
              <a:rPr lang="en-US" altLang="ru-RU"/>
              <a:t> </a:t>
            </a:r>
            <a:r>
              <a:rPr lang="en-US" altLang="en-US"/>
              <a:t>заходит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</a:t>
            </a:r>
            <a:r>
              <a:rPr lang="en-US" altLang="en-US"/>
              <a:t>сайт</a:t>
            </a:r>
            <a:r>
              <a:rPr lang="en-US" altLang="ru-RU"/>
              <a:t>. Flask-Login </a:t>
            </a:r>
            <a:r>
              <a:rPr lang="en-US" altLang="en-US"/>
              <a:t>проверяет</a:t>
            </a:r>
            <a:r>
              <a:rPr lang="en-US" altLang="ru-RU"/>
              <a:t> </a:t>
            </a:r>
            <a:r>
              <a:rPr lang="en-US" altLang="en-US"/>
              <a:t>зашифрованную</a:t>
            </a:r>
            <a:r>
              <a:rPr lang="en-US" altLang="ru-RU"/>
              <a:t> </a:t>
            </a:r>
            <a:r>
              <a:rPr lang="en-US" altLang="en-US"/>
              <a:t>сессию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куки</a:t>
            </a:r>
            <a:r>
              <a:rPr lang="en-US" altLang="ru-RU"/>
              <a:t> </a:t>
            </a:r>
            <a:r>
              <a:rPr lang="en-US" altLang="en-US"/>
              <a:t>браузера</a:t>
            </a:r>
            <a:r>
              <a:rPr lang="en-US" altLang="ru-RU"/>
              <a:t> [1, 2]. </a:t>
            </a:r>
            <a:r>
              <a:rPr lang="en-US" altLang="en-US"/>
              <a:t>Если</a:t>
            </a:r>
            <a:r>
              <a:rPr lang="en-US" altLang="ru-RU"/>
              <a:t> </a:t>
            </a:r>
            <a:r>
              <a:rPr lang="en-US" altLang="en-US"/>
              <a:t>пользователь</a:t>
            </a:r>
            <a:r>
              <a:rPr lang="en-US" altLang="ru-RU"/>
              <a:t> </a:t>
            </a:r>
            <a:r>
              <a:rPr lang="en-US" altLang="en-US"/>
              <a:t>не</a:t>
            </a:r>
            <a:r>
              <a:rPr lang="en-US" altLang="ru-RU"/>
              <a:t> </a:t>
            </a:r>
            <a:r>
              <a:rPr lang="en-US" altLang="en-US"/>
              <a:t>авторизован</a:t>
            </a:r>
            <a:r>
              <a:rPr lang="en-US" altLang="ru-RU"/>
              <a:t>, </a:t>
            </a:r>
            <a:r>
              <a:rPr lang="en-US" altLang="en-US"/>
              <a:t>система</a:t>
            </a:r>
            <a:r>
              <a:rPr lang="en-US" altLang="ru-RU"/>
              <a:t> </a:t>
            </a:r>
            <a:r>
              <a:rPr lang="en-US" altLang="en-US"/>
              <a:t>предлагает</a:t>
            </a:r>
            <a:r>
              <a:rPr lang="en-US" altLang="ru-RU"/>
              <a:t> </a:t>
            </a:r>
            <a:r>
              <a:rPr lang="en-US" altLang="en-US"/>
              <a:t>пройти</a:t>
            </a:r>
            <a:r>
              <a:rPr lang="en-US" altLang="ru-RU"/>
              <a:t> </a:t>
            </a:r>
            <a:r>
              <a:rPr lang="en-US" altLang="en-US"/>
              <a:t>регистрацию</a:t>
            </a:r>
            <a:r>
              <a:rPr lang="en-US" altLang="ru-RU"/>
              <a:t> (</a:t>
            </a:r>
            <a:r>
              <a:rPr lang="en-US" altLang="en-US"/>
              <a:t>данные</a:t>
            </a:r>
            <a:r>
              <a:rPr lang="en-US" altLang="ru-RU"/>
              <a:t> </a:t>
            </a:r>
            <a:r>
              <a:rPr lang="en-US" altLang="en-US"/>
              <a:t>заносятся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таблицу</a:t>
            </a:r>
            <a:r>
              <a:rPr lang="en-US" altLang="ru-RU"/>
              <a:t> User </a:t>
            </a:r>
            <a:r>
              <a:rPr lang="en-US" altLang="en-US"/>
              <a:t>через</a:t>
            </a:r>
            <a:r>
              <a:rPr lang="en-US" altLang="ru-RU"/>
              <a:t> ORM SQLAlchemy) [1, 2].</a:t>
            </a:r>
            <a:endParaRPr lang="en-US" altLang="ru-RU"/>
          </a:p>
          <a:p>
            <a:r>
              <a:rPr lang="en-US" altLang="en-US"/>
              <a:t>Добавление</a:t>
            </a:r>
            <a:r>
              <a:rPr lang="en-US" altLang="ru-RU"/>
              <a:t> </a:t>
            </a:r>
            <a:r>
              <a:rPr lang="en-US" altLang="en-US"/>
              <a:t>закладки</a:t>
            </a:r>
            <a:r>
              <a:rPr lang="en-US" altLang="ru-RU"/>
              <a:t> (</a:t>
            </a:r>
            <a:r>
              <a:rPr lang="en-US" altLang="en-US"/>
              <a:t>Бизнес</a:t>
            </a:r>
            <a:r>
              <a:rPr lang="en-US" altLang="ru-RU"/>
              <a:t>-</a:t>
            </a:r>
            <a:r>
              <a:rPr lang="en-US" altLang="en-US"/>
              <a:t>логика</a:t>
            </a:r>
            <a:r>
              <a:rPr lang="en-US" altLang="ru-RU"/>
              <a:t>):</a:t>
            </a:r>
            <a:endParaRPr lang="en-US" altLang="ru-RU"/>
          </a:p>
          <a:p>
            <a:r>
              <a:rPr lang="en-US" altLang="en-US"/>
              <a:t>Пользователь</a:t>
            </a:r>
            <a:r>
              <a:rPr lang="en-US" altLang="ru-RU"/>
              <a:t> </a:t>
            </a:r>
            <a:r>
              <a:rPr lang="en-US" altLang="en-US"/>
              <a:t>отправляет</a:t>
            </a:r>
            <a:r>
              <a:rPr lang="en-US" altLang="ru-RU"/>
              <a:t> URL </a:t>
            </a:r>
            <a:r>
              <a:rPr lang="en-US" altLang="en-US"/>
              <a:t>через</a:t>
            </a:r>
            <a:r>
              <a:rPr lang="en-US" altLang="ru-RU"/>
              <a:t> </a:t>
            </a:r>
            <a:r>
              <a:rPr lang="en-US" altLang="en-US"/>
              <a:t>форму</a:t>
            </a:r>
            <a:r>
              <a:rPr lang="en-US" altLang="ru-RU"/>
              <a:t> Flask-WTF [1, 2].</a:t>
            </a:r>
            <a:endParaRPr lang="en-US" altLang="ru-RU"/>
          </a:p>
          <a:p>
            <a:r>
              <a:rPr lang="en-US" altLang="en-US"/>
              <a:t>Сервер</a:t>
            </a:r>
            <a:r>
              <a:rPr lang="en-US" altLang="ru-RU"/>
              <a:t> </a:t>
            </a:r>
            <a:r>
              <a:rPr lang="en-US" altLang="en-US"/>
              <a:t>принимает</a:t>
            </a:r>
            <a:r>
              <a:rPr lang="en-US" altLang="ru-RU"/>
              <a:t> </a:t>
            </a:r>
            <a:r>
              <a:rPr lang="en-US" altLang="en-US"/>
              <a:t>запрос</a:t>
            </a:r>
            <a:r>
              <a:rPr lang="en-US" altLang="ru-RU"/>
              <a:t>. </a:t>
            </a:r>
            <a:r>
              <a:rPr lang="en-US" altLang="en-US"/>
              <a:t>Если</a:t>
            </a:r>
            <a:r>
              <a:rPr lang="en-US" altLang="ru-RU"/>
              <a:t> </a:t>
            </a:r>
            <a:r>
              <a:rPr lang="en-US" altLang="en-US"/>
              <a:t>пользователь</a:t>
            </a:r>
            <a:r>
              <a:rPr lang="en-US" altLang="ru-RU"/>
              <a:t> </a:t>
            </a:r>
            <a:r>
              <a:rPr lang="en-US" altLang="en-US"/>
              <a:t>оставил</a:t>
            </a:r>
            <a:r>
              <a:rPr lang="en-US" altLang="ru-RU"/>
              <a:t> </a:t>
            </a:r>
            <a:r>
              <a:rPr lang="en-US" altLang="en-US"/>
              <a:t>поле</a:t>
            </a:r>
            <a:r>
              <a:rPr lang="en-US" altLang="ru-RU"/>
              <a:t> </a:t>
            </a:r>
            <a:r>
              <a:rPr lang="" altLang="en-US"/>
              <a:t>«</a:t>
            </a:r>
            <a:r>
              <a:rPr lang="en-US" altLang="en-US"/>
              <a:t>Заголовок</a:t>
            </a:r>
            <a:r>
              <a:rPr lang="" altLang="en-US"/>
              <a:t>»</a:t>
            </a:r>
            <a:r>
              <a:rPr lang="en-US" altLang="ru-RU"/>
              <a:t> </a:t>
            </a:r>
            <a:r>
              <a:rPr lang="en-US" altLang="en-US"/>
              <a:t>пустым</a:t>
            </a:r>
            <a:r>
              <a:rPr lang="en-US" altLang="ru-RU"/>
              <a:t>, </a:t>
            </a:r>
            <a:r>
              <a:rPr lang="en-US" altLang="en-US"/>
              <a:t>бэкенд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Python </a:t>
            </a:r>
            <a:r>
              <a:rPr lang="en-US" altLang="en-US"/>
              <a:t>отправляет</a:t>
            </a:r>
            <a:r>
              <a:rPr lang="en-US" altLang="ru-RU"/>
              <a:t> </a:t>
            </a:r>
            <a:r>
              <a:rPr lang="en-US" altLang="en-US"/>
              <a:t>фоновый</a:t>
            </a:r>
            <a:r>
              <a:rPr lang="en-US" altLang="ru-RU"/>
              <a:t> HTTP-</a:t>
            </a:r>
            <a:r>
              <a:rPr lang="en-US" altLang="en-US"/>
              <a:t>запрос</a:t>
            </a:r>
            <a:r>
              <a:rPr lang="en-US" altLang="ru-RU"/>
              <a:t> </a:t>
            </a:r>
            <a:r>
              <a:rPr lang="en-US" altLang="en-US"/>
              <a:t>к</a:t>
            </a:r>
            <a:r>
              <a:rPr lang="en-US" altLang="ru-RU"/>
              <a:t> api.microlink.io [1, 2].</a:t>
            </a:r>
            <a:endParaRPr lang="en-US" altLang="ru-RU"/>
          </a:p>
          <a:p>
            <a:r>
              <a:rPr lang="en-US" altLang="en-US"/>
              <a:t>Получив</a:t>
            </a:r>
            <a:r>
              <a:rPr lang="en-US" altLang="ru-RU"/>
              <a:t> </a:t>
            </a:r>
            <a:r>
              <a:rPr lang="en-US" altLang="en-US"/>
              <a:t>ответ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формате</a:t>
            </a:r>
            <a:r>
              <a:rPr lang="en-US" altLang="ru-RU"/>
              <a:t> JSON, Python </a:t>
            </a:r>
            <a:r>
              <a:rPr lang="en-US" altLang="en-US"/>
              <a:t>извлекает</a:t>
            </a:r>
            <a:r>
              <a:rPr lang="en-US" altLang="ru-RU"/>
              <a:t> </a:t>
            </a:r>
            <a:r>
              <a:rPr lang="en-US" altLang="en-US"/>
              <a:t>название</a:t>
            </a:r>
            <a:r>
              <a:rPr lang="en-US" altLang="ru-RU"/>
              <a:t> </a:t>
            </a:r>
            <a:r>
              <a:rPr lang="en-US" altLang="en-US"/>
              <a:t>статьи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её</a:t>
            </a:r>
            <a:r>
              <a:rPr lang="en-US" altLang="ru-RU"/>
              <a:t> </a:t>
            </a:r>
            <a:r>
              <a:rPr lang="en-US" altLang="en-US"/>
              <a:t>описание</a:t>
            </a:r>
            <a:r>
              <a:rPr lang="en-US" altLang="ru-RU"/>
              <a:t> [1, 2].</a:t>
            </a:r>
            <a:endParaRPr lang="en-US" alt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Перспективы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r>
              <a:rPr lang="en-US" altLang="en-US"/>
              <a:t>Система</a:t>
            </a:r>
            <a:r>
              <a:rPr lang="en-US" altLang="ru-RU"/>
              <a:t> </a:t>
            </a:r>
            <a:r>
              <a:rPr lang="en-US" altLang="en-US"/>
              <a:t>коллекций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папок</a:t>
            </a:r>
            <a:r>
              <a:rPr lang="en-US" altLang="ru-RU"/>
              <a:t>: </a:t>
            </a:r>
            <a:r>
              <a:rPr lang="en-US" altLang="en-US"/>
              <a:t>Расширение</a:t>
            </a:r>
            <a:r>
              <a:rPr lang="en-US" altLang="ru-RU"/>
              <a:t> </a:t>
            </a:r>
            <a:r>
              <a:rPr lang="en-US" altLang="en-US"/>
              <a:t>структуры</a:t>
            </a:r>
            <a:r>
              <a:rPr lang="en-US" altLang="ru-RU"/>
              <a:t> </a:t>
            </a:r>
            <a:r>
              <a:rPr lang="en-US" altLang="en-US"/>
              <a:t>базы</a:t>
            </a:r>
            <a:r>
              <a:rPr lang="en-US" altLang="ru-RU"/>
              <a:t> </a:t>
            </a:r>
            <a:r>
              <a:rPr lang="en-US" altLang="en-US"/>
              <a:t>данных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создания</a:t>
            </a:r>
            <a:r>
              <a:rPr lang="en-US" altLang="ru-RU"/>
              <a:t> </a:t>
            </a:r>
            <a:r>
              <a:rPr lang="en-US" altLang="en-US"/>
              <a:t>вложенных</a:t>
            </a:r>
            <a:r>
              <a:rPr lang="en-US" altLang="ru-RU"/>
              <a:t> </a:t>
            </a:r>
            <a:r>
              <a:rPr lang="en-US" altLang="en-US"/>
              <a:t>папок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категорий</a:t>
            </a:r>
            <a:r>
              <a:rPr lang="en-US" altLang="ru-RU"/>
              <a:t>, </a:t>
            </a:r>
            <a:r>
              <a:rPr lang="en-US" altLang="en-US"/>
              <a:t>чтобы</a:t>
            </a:r>
            <a:r>
              <a:rPr lang="en-US" altLang="ru-RU"/>
              <a:t> </a:t>
            </a:r>
            <a:r>
              <a:rPr lang="en-US" altLang="en-US"/>
              <a:t>пользователи</a:t>
            </a:r>
            <a:r>
              <a:rPr lang="en-US" altLang="ru-RU"/>
              <a:t> </a:t>
            </a:r>
            <a:r>
              <a:rPr lang="en-US" altLang="en-US"/>
              <a:t>могли</a:t>
            </a:r>
            <a:r>
              <a:rPr lang="en-US" altLang="ru-RU"/>
              <a:t> </a:t>
            </a:r>
            <a:r>
              <a:rPr lang="en-US" altLang="en-US"/>
              <a:t>группировать</a:t>
            </a:r>
            <a:r>
              <a:rPr lang="en-US" altLang="ru-RU"/>
              <a:t> </a:t>
            </a:r>
            <a:r>
              <a:rPr lang="en-US" altLang="en-US"/>
              <a:t>закладки</a:t>
            </a:r>
            <a:r>
              <a:rPr lang="en-US" altLang="ru-RU"/>
              <a:t> </a:t>
            </a:r>
            <a:r>
              <a:rPr lang="en-US" altLang="en-US"/>
              <a:t>не</a:t>
            </a:r>
            <a:r>
              <a:rPr lang="en-US" altLang="ru-RU"/>
              <a:t> </a:t>
            </a:r>
            <a:r>
              <a:rPr lang="en-US" altLang="en-US"/>
              <a:t>только</a:t>
            </a:r>
            <a:r>
              <a:rPr lang="en-US" altLang="ru-RU"/>
              <a:t>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тегам</a:t>
            </a:r>
            <a:r>
              <a:rPr lang="en-US" altLang="ru-RU"/>
              <a:t>, </a:t>
            </a:r>
            <a:r>
              <a:rPr lang="en-US" altLang="en-US"/>
              <a:t>но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тематическим</a:t>
            </a:r>
            <a:r>
              <a:rPr lang="en-US" altLang="ru-RU"/>
              <a:t> </a:t>
            </a:r>
            <a:r>
              <a:rPr lang="en-US" altLang="en-US"/>
              <a:t>каталогам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Совместный</a:t>
            </a:r>
            <a:r>
              <a:rPr lang="en-US" altLang="ru-RU"/>
              <a:t> </a:t>
            </a:r>
            <a:r>
              <a:rPr lang="en-US" altLang="en-US"/>
              <a:t>доступ</a:t>
            </a:r>
            <a:r>
              <a:rPr lang="en-US" altLang="ru-RU"/>
              <a:t>: </a:t>
            </a:r>
            <a:r>
              <a:rPr lang="en-US" altLang="en-US"/>
              <a:t>Добавление</a:t>
            </a:r>
            <a:r>
              <a:rPr lang="en-US" altLang="ru-RU"/>
              <a:t> </a:t>
            </a:r>
            <a:r>
              <a:rPr lang="en-US" altLang="en-US"/>
              <a:t>функции</a:t>
            </a:r>
            <a:r>
              <a:rPr lang="en-US" altLang="ru-RU"/>
              <a:t> </a:t>
            </a:r>
            <a:r>
              <a:rPr lang="en-US" altLang="en-US"/>
              <a:t>общего</a:t>
            </a:r>
            <a:r>
              <a:rPr lang="en-US" altLang="ru-RU"/>
              <a:t> </a:t>
            </a:r>
            <a:r>
              <a:rPr lang="en-US" altLang="en-US"/>
              <a:t>доступа</a:t>
            </a:r>
            <a:r>
              <a:rPr lang="en-US" altLang="ru-RU"/>
              <a:t> </a:t>
            </a:r>
            <a:r>
              <a:rPr lang="en-US" altLang="en-US"/>
              <a:t>к</a:t>
            </a:r>
            <a:r>
              <a:rPr lang="en-US" altLang="ru-RU"/>
              <a:t> </a:t>
            </a:r>
            <a:r>
              <a:rPr lang="en-US" altLang="en-US"/>
              <a:t>отдельным</a:t>
            </a:r>
            <a:r>
              <a:rPr lang="en-US" altLang="ru-RU"/>
              <a:t> </a:t>
            </a:r>
            <a:r>
              <a:rPr lang="en-US" altLang="en-US"/>
              <a:t>папкам</a:t>
            </a:r>
            <a:r>
              <a:rPr lang="en-US" altLang="ru-RU"/>
              <a:t> </a:t>
            </a:r>
            <a:r>
              <a:rPr lang="en-US" altLang="en-US"/>
              <a:t>или</a:t>
            </a:r>
            <a:r>
              <a:rPr lang="en-US" altLang="ru-RU"/>
              <a:t> </a:t>
            </a:r>
            <a:r>
              <a:rPr lang="en-US" altLang="en-US"/>
              <a:t>закладкам</a:t>
            </a:r>
            <a:r>
              <a:rPr lang="en-US" altLang="ru-RU"/>
              <a:t>, </a:t>
            </a:r>
            <a:r>
              <a:rPr lang="en-US" altLang="en-US"/>
              <a:t>что</a:t>
            </a:r>
            <a:r>
              <a:rPr lang="en-US" altLang="ru-RU"/>
              <a:t> </a:t>
            </a:r>
            <a:r>
              <a:rPr lang="en-US" altLang="en-US"/>
              <a:t>позволит</a:t>
            </a:r>
            <a:r>
              <a:rPr lang="en-US" altLang="ru-RU"/>
              <a:t> </a:t>
            </a:r>
            <a:r>
              <a:rPr lang="en-US" altLang="en-US"/>
              <a:t>пользователям</a:t>
            </a:r>
            <a:r>
              <a:rPr lang="en-US" altLang="ru-RU"/>
              <a:t> </a:t>
            </a:r>
            <a:r>
              <a:rPr lang="en-US" altLang="en-US"/>
              <a:t>делиться</a:t>
            </a:r>
            <a:r>
              <a:rPr lang="en-US" altLang="ru-RU"/>
              <a:t> </a:t>
            </a:r>
            <a:r>
              <a:rPr lang="en-US" altLang="en-US"/>
              <a:t>подборками</a:t>
            </a:r>
            <a:r>
              <a:rPr lang="en-US" altLang="ru-RU"/>
              <a:t> </a:t>
            </a:r>
            <a:r>
              <a:rPr lang="en-US" altLang="en-US"/>
              <a:t>ссылок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коллегами</a:t>
            </a:r>
            <a:r>
              <a:rPr lang="en-US" altLang="ru-RU"/>
              <a:t> </a:t>
            </a:r>
            <a:r>
              <a:rPr lang="en-US" altLang="en-US"/>
              <a:t>или</a:t>
            </a:r>
            <a:r>
              <a:rPr lang="en-US" altLang="ru-RU"/>
              <a:t> </a:t>
            </a:r>
            <a:r>
              <a:rPr lang="en-US" altLang="en-US"/>
              <a:t>друзьями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Браузерное</a:t>
            </a:r>
            <a:r>
              <a:rPr lang="en-US" altLang="ru-RU"/>
              <a:t> </a:t>
            </a:r>
            <a:r>
              <a:rPr lang="en-US" altLang="en-US"/>
              <a:t>расширение</a:t>
            </a:r>
            <a:r>
              <a:rPr lang="en-US" altLang="ru-RU"/>
              <a:t>: </a:t>
            </a:r>
            <a:r>
              <a:rPr lang="en-US" altLang="en-US"/>
              <a:t>Разработка</a:t>
            </a:r>
            <a:r>
              <a:rPr lang="en-US" altLang="ru-RU"/>
              <a:t> </a:t>
            </a:r>
            <a:r>
              <a:rPr lang="en-US" altLang="en-US"/>
              <a:t>официального</a:t>
            </a:r>
            <a:r>
              <a:rPr lang="en-US" altLang="ru-RU"/>
              <a:t> </a:t>
            </a:r>
            <a:r>
              <a:rPr lang="en-US" altLang="en-US"/>
              <a:t>плагина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популярных</a:t>
            </a:r>
            <a:r>
              <a:rPr lang="en-US" altLang="ru-RU"/>
              <a:t> </a:t>
            </a:r>
            <a:r>
              <a:rPr lang="en-US" altLang="en-US"/>
              <a:t>браузеров</a:t>
            </a:r>
            <a:r>
              <a:rPr lang="en-US" altLang="ru-RU"/>
              <a:t> (Chrome, Firefox, </a:t>
            </a:r>
            <a:r>
              <a:rPr lang="en-US" altLang="en-US"/>
              <a:t>Яндекс</a:t>
            </a:r>
            <a:r>
              <a:rPr lang="en-US" altLang="ru-RU"/>
              <a:t>), </a:t>
            </a:r>
            <a:r>
              <a:rPr lang="en-US" altLang="en-US"/>
              <a:t>который</a:t>
            </a:r>
            <a:r>
              <a:rPr lang="en-US" altLang="ru-RU"/>
              <a:t> </a:t>
            </a:r>
            <a:r>
              <a:rPr lang="en-US" altLang="en-US"/>
              <a:t>позволит</a:t>
            </a:r>
            <a:r>
              <a:rPr lang="en-US" altLang="ru-RU"/>
              <a:t> </a:t>
            </a:r>
            <a:r>
              <a:rPr lang="en-US" altLang="en-US"/>
              <a:t>сохранять</a:t>
            </a:r>
            <a:r>
              <a:rPr lang="en-US" altLang="ru-RU"/>
              <a:t> </a:t>
            </a:r>
            <a:r>
              <a:rPr lang="en-US" altLang="en-US"/>
              <a:t>текущую</a:t>
            </a:r>
            <a:r>
              <a:rPr lang="en-US" altLang="ru-RU"/>
              <a:t> </a:t>
            </a:r>
            <a:r>
              <a:rPr lang="en-US" altLang="en-US"/>
              <a:t>открытую</a:t>
            </a:r>
            <a:r>
              <a:rPr lang="en-US" altLang="ru-RU"/>
              <a:t> </a:t>
            </a:r>
            <a:r>
              <a:rPr lang="en-US" altLang="en-US"/>
              <a:t>вкладку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сервис</a:t>
            </a:r>
            <a:r>
              <a:rPr lang="en-US" altLang="ru-RU"/>
              <a:t> </a:t>
            </a:r>
            <a:r>
              <a:rPr lang="" altLang="en-US"/>
              <a:t>«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один</a:t>
            </a:r>
            <a:r>
              <a:rPr lang="en-US" altLang="ru-RU"/>
              <a:t> </a:t>
            </a:r>
            <a:r>
              <a:rPr lang="en-US" altLang="en-US"/>
              <a:t>клик</a:t>
            </a:r>
            <a:r>
              <a:rPr lang="" altLang="en-US"/>
              <a:t>»</a:t>
            </a:r>
            <a:r>
              <a:rPr lang="en-US" altLang="ru-RU"/>
              <a:t>, </a:t>
            </a:r>
            <a:r>
              <a:rPr lang="en-US" altLang="en-US"/>
              <a:t>отправляя</a:t>
            </a:r>
            <a:r>
              <a:rPr lang="en-US" altLang="ru-RU"/>
              <a:t> </a:t>
            </a:r>
            <a:r>
              <a:rPr lang="en-US" altLang="en-US"/>
              <a:t>данные</a:t>
            </a:r>
            <a:r>
              <a:rPr lang="en-US" altLang="ru-RU"/>
              <a:t> </a:t>
            </a:r>
            <a:r>
              <a:rPr lang="en-US" altLang="en-US"/>
              <a:t>напрямую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</a:t>
            </a:r>
            <a:r>
              <a:rPr lang="en-US" altLang="en-US"/>
              <a:t>бэкенд</a:t>
            </a:r>
            <a:r>
              <a:rPr lang="en-US" altLang="ru-RU"/>
              <a:t> </a:t>
            </a:r>
            <a:r>
              <a:rPr lang="en-US" altLang="en-US"/>
              <a:t>приложения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Архивация</a:t>
            </a:r>
            <a:r>
              <a:rPr lang="en-US" altLang="ru-RU"/>
              <a:t> </a:t>
            </a:r>
            <a:r>
              <a:rPr lang="en-US" altLang="en-US"/>
              <a:t>страниц</a:t>
            </a:r>
            <a:r>
              <a:rPr lang="en-US" altLang="ru-RU"/>
              <a:t> (Snapshotting): </a:t>
            </a:r>
            <a:r>
              <a:rPr lang="en-US" altLang="en-US"/>
              <a:t>Реализация</a:t>
            </a:r>
            <a:r>
              <a:rPr lang="en-US" altLang="ru-RU"/>
              <a:t> </a:t>
            </a:r>
            <a:r>
              <a:rPr lang="en-US" altLang="en-US"/>
              <a:t>функции</a:t>
            </a:r>
            <a:r>
              <a:rPr lang="en-US" altLang="ru-RU"/>
              <a:t> </a:t>
            </a:r>
            <a:r>
              <a:rPr lang="en-US" altLang="en-US"/>
              <a:t>сохранения</a:t>
            </a:r>
            <a:r>
              <a:rPr lang="en-US" altLang="ru-RU"/>
              <a:t> </a:t>
            </a:r>
            <a:r>
              <a:rPr lang="en-US" altLang="en-US"/>
              <a:t>текстовой</a:t>
            </a:r>
            <a:r>
              <a:rPr lang="en-US" altLang="ru-RU"/>
              <a:t> </a:t>
            </a:r>
            <a:r>
              <a:rPr lang="en-US" altLang="en-US"/>
              <a:t>копии</a:t>
            </a:r>
            <a:r>
              <a:rPr lang="en-US" altLang="ru-RU"/>
              <a:t> </a:t>
            </a:r>
            <a:r>
              <a:rPr lang="en-US" altLang="en-US"/>
              <a:t>страницы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</a:t>
            </a:r>
            <a:r>
              <a:rPr lang="en-US" altLang="en-US"/>
              <a:t>сервер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</a:t>
            </a:r>
            <a:r>
              <a:rPr lang="en-US" altLang="en-US"/>
              <a:t>случай</a:t>
            </a:r>
            <a:r>
              <a:rPr lang="en-US" altLang="ru-RU"/>
              <a:t>, </a:t>
            </a:r>
            <a:r>
              <a:rPr lang="en-US" altLang="en-US"/>
              <a:t>если</a:t>
            </a:r>
            <a:r>
              <a:rPr lang="en-US" altLang="ru-RU"/>
              <a:t> </a:t>
            </a:r>
            <a:r>
              <a:rPr lang="en-US" altLang="en-US"/>
              <a:t>оригинальный</a:t>
            </a:r>
            <a:r>
              <a:rPr lang="en-US" altLang="ru-RU"/>
              <a:t> </a:t>
            </a:r>
            <a:r>
              <a:rPr lang="en-US" altLang="en-US"/>
              <a:t>сайт</a:t>
            </a:r>
            <a:r>
              <a:rPr lang="en-US" altLang="ru-RU"/>
              <a:t> </a:t>
            </a:r>
            <a:r>
              <a:rPr lang="en-US" altLang="en-US"/>
              <a:t>закроется</a:t>
            </a:r>
            <a:r>
              <a:rPr lang="en-US" altLang="ru-RU"/>
              <a:t> </a:t>
            </a:r>
            <a:r>
              <a:rPr lang="en-US" altLang="en-US"/>
              <a:t>или</a:t>
            </a:r>
            <a:r>
              <a:rPr lang="en-US" altLang="ru-RU"/>
              <a:t> </a:t>
            </a:r>
            <a:r>
              <a:rPr lang="en-US" altLang="en-US"/>
              <a:t>статья</a:t>
            </a:r>
            <a:r>
              <a:rPr lang="en-US" altLang="ru-RU"/>
              <a:t> </a:t>
            </a:r>
            <a:r>
              <a:rPr lang="en-US" altLang="en-US"/>
              <a:t>будет</a:t>
            </a:r>
            <a:r>
              <a:rPr lang="en-US" altLang="ru-RU"/>
              <a:t> </a:t>
            </a:r>
            <a:r>
              <a:rPr lang="en-US" altLang="en-US"/>
              <a:t>удалена</a:t>
            </a:r>
            <a:r>
              <a:rPr lang="en-US" altLang="ru-RU"/>
              <a:t> </a:t>
            </a:r>
            <a:r>
              <a:rPr lang="en-US" altLang="en-US"/>
              <a:t>автором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4863</Words>
  <Application>WPS Presentation</Application>
  <PresentationFormat>宽屏</PresentationFormat>
  <Paragraphs>55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WPS_1770208355</cp:lastModifiedBy>
  <cp:revision>4</cp:revision>
  <dcterms:created xsi:type="dcterms:W3CDTF">2025-07-23T00:59:00Z</dcterms:created>
  <dcterms:modified xsi:type="dcterms:W3CDTF">2026-05-18T08:31:47Z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1049-12.2.0.23202</vt:lpwstr>
  </property>
  <property fmtid="{D5CDD505-2E9C-101B-9397-08002B2CF9AE}" pid="3" name="ICV">
    <vt:lpwstr>E5D3598DD6A44656B932D7937B91B2BE_11</vt:lpwstr>
  </property>
</Properties>
</file>